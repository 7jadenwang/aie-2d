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2" r:id="rId3"/>
    <p:sldId id="283" r:id="rId4"/>
    <p:sldId id="281" r:id="rId5"/>
    <p:sldId id="259" r:id="rId6"/>
    <p:sldId id="261" r:id="rId7"/>
    <p:sldId id="262" r:id="rId8"/>
    <p:sldId id="269" r:id="rId9"/>
    <p:sldId id="265" r:id="rId10"/>
    <p:sldId id="267" r:id="rId11"/>
    <p:sldId id="266" r:id="rId12"/>
    <p:sldId id="273" r:id="rId13"/>
    <p:sldId id="272" r:id="rId14"/>
    <p:sldId id="284" r:id="rId15"/>
    <p:sldId id="258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8" r:id="rId24"/>
    <p:sldId id="293" r:id="rId25"/>
    <p:sldId id="309" r:id="rId26"/>
    <p:sldId id="294" r:id="rId27"/>
    <p:sldId id="295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8" r:id="rId36"/>
    <p:sldId id="263" r:id="rId37"/>
    <p:sldId id="307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41BD12-345D-4E4E-8845-5C5CDA3E33A6}" v="580" dt="2026-04-23T18:08:0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p, Timothy" userId="619c76e6-b30b-4bdc-971a-80569c887b29" providerId="ADAL" clId="{65E74274-92DF-413D-AAA9-9B47B4B3AB42}"/>
    <pc:docChg chg="undo custSel addSld delSld modSld sldOrd">
      <pc:chgData name="Yap, Timothy" userId="619c76e6-b30b-4bdc-971a-80569c887b29" providerId="ADAL" clId="{65E74274-92DF-413D-AAA9-9B47B4B3AB42}" dt="2026-04-23T18:09:09.816" v="11676" actId="5793"/>
      <pc:docMkLst>
        <pc:docMk/>
      </pc:docMkLst>
      <pc:sldChg chg="del">
        <pc:chgData name="Yap, Timothy" userId="619c76e6-b30b-4bdc-971a-80569c887b29" providerId="ADAL" clId="{65E74274-92DF-413D-AAA9-9B47B4B3AB42}" dt="2026-04-23T14:22:44.599" v="626" actId="47"/>
        <pc:sldMkLst>
          <pc:docMk/>
          <pc:sldMk cId="3899984884" sldId="256"/>
        </pc:sldMkLst>
      </pc:sldChg>
      <pc:sldChg chg="del">
        <pc:chgData name="Yap, Timothy" userId="619c76e6-b30b-4bdc-971a-80569c887b29" providerId="ADAL" clId="{65E74274-92DF-413D-AAA9-9B47B4B3AB42}" dt="2026-04-23T14:22:44.599" v="626" actId="47"/>
        <pc:sldMkLst>
          <pc:docMk/>
          <pc:sldMk cId="2915004330" sldId="257"/>
        </pc:sldMkLst>
      </pc:sldChg>
      <pc:sldChg chg="modSp mod ord">
        <pc:chgData name="Yap, Timothy" userId="619c76e6-b30b-4bdc-971a-80569c887b29" providerId="ADAL" clId="{65E74274-92DF-413D-AAA9-9B47B4B3AB42}" dt="2026-04-23T14:36:34.135" v="1605" actId="20577"/>
        <pc:sldMkLst>
          <pc:docMk/>
          <pc:sldMk cId="966827849" sldId="258"/>
        </pc:sldMkLst>
        <pc:spChg chg="mod">
          <ac:chgData name="Yap, Timothy" userId="619c76e6-b30b-4bdc-971a-80569c887b29" providerId="ADAL" clId="{65E74274-92DF-413D-AAA9-9B47B4B3AB42}" dt="2026-04-23T14:34:35.772" v="1457" actId="20577"/>
          <ac:spMkLst>
            <pc:docMk/>
            <pc:sldMk cId="966827849" sldId="258"/>
            <ac:spMk id="2" creationId="{02867EB5-BEE5-08AA-3D0C-2EA71FFEFEEE}"/>
          </ac:spMkLst>
        </pc:spChg>
        <pc:spChg chg="mod">
          <ac:chgData name="Yap, Timothy" userId="619c76e6-b30b-4bdc-971a-80569c887b29" providerId="ADAL" clId="{65E74274-92DF-413D-AAA9-9B47B4B3AB42}" dt="2026-04-23T14:36:34.135" v="1605" actId="20577"/>
          <ac:spMkLst>
            <pc:docMk/>
            <pc:sldMk cId="966827849" sldId="258"/>
            <ac:spMk id="3" creationId="{80F25300-6442-7614-80A1-5A32F385889C}"/>
          </ac:spMkLst>
        </pc:spChg>
      </pc:sldChg>
      <pc:sldChg chg="modSp mod">
        <pc:chgData name="Yap, Timothy" userId="619c76e6-b30b-4bdc-971a-80569c887b29" providerId="ADAL" clId="{65E74274-92DF-413D-AAA9-9B47B4B3AB42}" dt="2026-04-23T14:26:23.906" v="870" actId="1076"/>
        <pc:sldMkLst>
          <pc:docMk/>
          <pc:sldMk cId="3308888808" sldId="259"/>
        </pc:sldMkLst>
        <pc:spChg chg="mod">
          <ac:chgData name="Yap, Timothy" userId="619c76e6-b30b-4bdc-971a-80569c887b29" providerId="ADAL" clId="{65E74274-92DF-413D-AAA9-9B47B4B3AB42}" dt="2026-04-23T14:23:18.509" v="661" actId="20577"/>
          <ac:spMkLst>
            <pc:docMk/>
            <pc:sldMk cId="3308888808" sldId="259"/>
            <ac:spMk id="2" creationId="{42416E72-D655-717A-573F-830F45947228}"/>
          </ac:spMkLst>
        </pc:spChg>
        <pc:spChg chg="mod">
          <ac:chgData name="Yap, Timothy" userId="619c76e6-b30b-4bdc-971a-80569c887b29" providerId="ADAL" clId="{65E74274-92DF-413D-AAA9-9B47B4B3AB42}" dt="2026-04-23T14:26:16.736" v="867" actId="20577"/>
          <ac:spMkLst>
            <pc:docMk/>
            <pc:sldMk cId="3308888808" sldId="259"/>
            <ac:spMk id="3" creationId="{BB5D8B7F-3CEF-AFA2-9779-D485D26E1B19}"/>
          </ac:spMkLst>
        </pc:spChg>
        <pc:spChg chg="mod">
          <ac:chgData name="Yap, Timothy" userId="619c76e6-b30b-4bdc-971a-80569c887b29" providerId="ADAL" clId="{65E74274-92DF-413D-AAA9-9B47B4B3AB42}" dt="2026-04-23T14:26:23.906" v="870" actId="1076"/>
          <ac:spMkLst>
            <pc:docMk/>
            <pc:sldMk cId="3308888808" sldId="259"/>
            <ac:spMk id="6" creationId="{2FA11166-505A-FAB6-C4F3-22DDD1A1391D}"/>
          </ac:spMkLst>
        </pc:spChg>
        <pc:picChg chg="mod">
          <ac:chgData name="Yap, Timothy" userId="619c76e6-b30b-4bdc-971a-80569c887b29" providerId="ADAL" clId="{65E74274-92DF-413D-AAA9-9B47B4B3AB42}" dt="2026-04-23T14:26:21.832" v="869" actId="1076"/>
          <ac:picMkLst>
            <pc:docMk/>
            <pc:sldMk cId="3308888808" sldId="259"/>
            <ac:picMk id="5" creationId="{BA664D10-3728-DC6F-B66F-98808A020F37}"/>
          </ac:picMkLst>
        </pc:picChg>
      </pc:sldChg>
      <pc:sldChg chg="del">
        <pc:chgData name="Yap, Timothy" userId="619c76e6-b30b-4bdc-971a-80569c887b29" providerId="ADAL" clId="{65E74274-92DF-413D-AAA9-9B47B4B3AB42}" dt="2026-04-23T14:36:41.311" v="1606" actId="47"/>
        <pc:sldMkLst>
          <pc:docMk/>
          <pc:sldMk cId="3972057649" sldId="260"/>
        </pc:sldMkLst>
      </pc:sldChg>
      <pc:sldChg chg="modSp mod">
        <pc:chgData name="Yap, Timothy" userId="619c76e6-b30b-4bdc-971a-80569c887b29" providerId="ADAL" clId="{65E74274-92DF-413D-AAA9-9B47B4B3AB42}" dt="2026-04-23T14:23:38.378" v="683" actId="14100"/>
        <pc:sldMkLst>
          <pc:docMk/>
          <pc:sldMk cId="3897153691" sldId="261"/>
        </pc:sldMkLst>
        <pc:spChg chg="mod">
          <ac:chgData name="Yap, Timothy" userId="619c76e6-b30b-4bdc-971a-80569c887b29" providerId="ADAL" clId="{65E74274-92DF-413D-AAA9-9B47B4B3AB42}" dt="2026-04-23T14:23:30.019" v="682" actId="20577"/>
          <ac:spMkLst>
            <pc:docMk/>
            <pc:sldMk cId="3897153691" sldId="261"/>
            <ac:spMk id="2" creationId="{710FEB05-7DBB-FA51-78CD-92C0028AA9A1}"/>
          </ac:spMkLst>
        </pc:spChg>
        <pc:spChg chg="mod">
          <ac:chgData name="Yap, Timothy" userId="619c76e6-b30b-4bdc-971a-80569c887b29" providerId="ADAL" clId="{65E74274-92DF-413D-AAA9-9B47B4B3AB42}" dt="2026-04-23T14:23:38.378" v="683" actId="14100"/>
          <ac:spMkLst>
            <pc:docMk/>
            <pc:sldMk cId="3897153691" sldId="261"/>
            <ac:spMk id="3" creationId="{97A0616B-43F1-7B43-6B23-4FA43751F059}"/>
          </ac:spMkLst>
        </pc:spChg>
      </pc:sldChg>
      <pc:sldChg chg="modSp mod">
        <pc:chgData name="Yap, Timothy" userId="619c76e6-b30b-4bdc-971a-80569c887b29" providerId="ADAL" clId="{65E74274-92DF-413D-AAA9-9B47B4B3AB42}" dt="2026-04-23T14:31:55.431" v="1178" actId="20577"/>
        <pc:sldMkLst>
          <pc:docMk/>
          <pc:sldMk cId="366398709" sldId="262"/>
        </pc:sldMkLst>
        <pc:spChg chg="mod">
          <ac:chgData name="Yap, Timothy" userId="619c76e6-b30b-4bdc-971a-80569c887b29" providerId="ADAL" clId="{65E74274-92DF-413D-AAA9-9B47B4B3AB42}" dt="2026-04-23T14:23:56.792" v="695"/>
          <ac:spMkLst>
            <pc:docMk/>
            <pc:sldMk cId="366398709" sldId="262"/>
            <ac:spMk id="2" creationId="{5DEAF6A5-4605-AA53-F303-4B10E06CFA23}"/>
          </ac:spMkLst>
        </pc:spChg>
        <pc:spChg chg="mod">
          <ac:chgData name="Yap, Timothy" userId="619c76e6-b30b-4bdc-971a-80569c887b29" providerId="ADAL" clId="{65E74274-92DF-413D-AAA9-9B47B4B3AB42}" dt="2026-04-23T14:31:55.431" v="1178" actId="20577"/>
          <ac:spMkLst>
            <pc:docMk/>
            <pc:sldMk cId="366398709" sldId="262"/>
            <ac:spMk id="3" creationId="{954FA15D-1F63-4EF3-96EF-F02F19A00B95}"/>
          </ac:spMkLst>
        </pc:spChg>
      </pc:sldChg>
      <pc:sldChg chg="modSp mod ord">
        <pc:chgData name="Yap, Timothy" userId="619c76e6-b30b-4bdc-971a-80569c887b29" providerId="ADAL" clId="{65E74274-92DF-413D-AAA9-9B47B4B3AB42}" dt="2026-04-23T17:17:30.889" v="9812" actId="20577"/>
        <pc:sldMkLst>
          <pc:docMk/>
          <pc:sldMk cId="469410122" sldId="263"/>
        </pc:sldMkLst>
        <pc:spChg chg="mod">
          <ac:chgData name="Yap, Timothy" userId="619c76e6-b30b-4bdc-971a-80569c887b29" providerId="ADAL" clId="{65E74274-92DF-413D-AAA9-9B47B4B3AB42}" dt="2026-04-23T14:36:48.077" v="1628" actId="20577"/>
          <ac:spMkLst>
            <pc:docMk/>
            <pc:sldMk cId="469410122" sldId="263"/>
            <ac:spMk id="2" creationId="{65AB2403-807C-084D-876C-BF205759657A}"/>
          </ac:spMkLst>
        </pc:spChg>
        <pc:spChg chg="mod">
          <ac:chgData name="Yap, Timothy" userId="619c76e6-b30b-4bdc-971a-80569c887b29" providerId="ADAL" clId="{65E74274-92DF-413D-AAA9-9B47B4B3AB42}" dt="2026-04-23T17:17:30.889" v="9812" actId="20577"/>
          <ac:spMkLst>
            <pc:docMk/>
            <pc:sldMk cId="469410122" sldId="263"/>
            <ac:spMk id="3" creationId="{D1A1A895-28F3-640B-7B77-ACD049F8E3B1}"/>
          </ac:spMkLst>
        </pc:spChg>
        <pc:picChg chg="mod">
          <ac:chgData name="Yap, Timothy" userId="619c76e6-b30b-4bdc-971a-80569c887b29" providerId="ADAL" clId="{65E74274-92DF-413D-AAA9-9B47B4B3AB42}" dt="2026-04-23T17:17:08.850" v="9723" actId="1076"/>
          <ac:picMkLst>
            <pc:docMk/>
            <pc:sldMk cId="469410122" sldId="263"/>
            <ac:picMk id="7" creationId="{D6635EE1-4D0F-16A3-5744-520BF6511343}"/>
          </ac:picMkLst>
        </pc:picChg>
      </pc:sldChg>
      <pc:sldChg chg="modSp mod">
        <pc:chgData name="Yap, Timothy" userId="619c76e6-b30b-4bdc-971a-80569c887b29" providerId="ADAL" clId="{65E74274-92DF-413D-AAA9-9B47B4B3AB42}" dt="2026-04-23T14:32:29.140" v="1242" actId="20577"/>
        <pc:sldMkLst>
          <pc:docMk/>
          <pc:sldMk cId="3794305606" sldId="265"/>
        </pc:sldMkLst>
        <pc:spChg chg="mod">
          <ac:chgData name="Yap, Timothy" userId="619c76e6-b30b-4bdc-971a-80569c887b29" providerId="ADAL" clId="{65E74274-92DF-413D-AAA9-9B47B4B3AB42}" dt="2026-04-23T14:32:29.140" v="1242" actId="20577"/>
          <ac:spMkLst>
            <pc:docMk/>
            <pc:sldMk cId="3794305606" sldId="265"/>
            <ac:spMk id="3" creationId="{EC94FCA6-5638-2379-EED8-31F4A8CBAC60}"/>
          </ac:spMkLst>
        </pc:spChg>
      </pc:sldChg>
      <pc:sldChg chg="modSp del mod">
        <pc:chgData name="Yap, Timothy" userId="619c76e6-b30b-4bdc-971a-80569c887b29" providerId="ADAL" clId="{65E74274-92DF-413D-AAA9-9B47B4B3AB42}" dt="2026-04-23T14:30:09.562" v="973" actId="2696"/>
        <pc:sldMkLst>
          <pc:docMk/>
          <pc:sldMk cId="533119055" sldId="266"/>
        </pc:sldMkLst>
        <pc:spChg chg="mod">
          <ac:chgData name="Yap, Timothy" userId="619c76e6-b30b-4bdc-971a-80569c887b29" providerId="ADAL" clId="{65E74274-92DF-413D-AAA9-9B47B4B3AB42}" dt="2026-04-23T14:29:42.694" v="972" actId="20577"/>
          <ac:spMkLst>
            <pc:docMk/>
            <pc:sldMk cId="533119055" sldId="266"/>
            <ac:spMk id="2" creationId="{29015C0C-5C20-9998-7506-CD838C410878}"/>
          </ac:spMkLst>
        </pc:spChg>
      </pc:sldChg>
      <pc:sldChg chg="modSp add mod">
        <pc:chgData name="Yap, Timothy" userId="619c76e6-b30b-4bdc-971a-80569c887b29" providerId="ADAL" clId="{65E74274-92DF-413D-AAA9-9B47B4B3AB42}" dt="2026-04-23T14:45:06.114" v="1906" actId="20577"/>
        <pc:sldMkLst>
          <pc:docMk/>
          <pc:sldMk cId="1667152741" sldId="266"/>
        </pc:sldMkLst>
        <pc:spChg chg="mod">
          <ac:chgData name="Yap, Timothy" userId="619c76e6-b30b-4bdc-971a-80569c887b29" providerId="ADAL" clId="{65E74274-92DF-413D-AAA9-9B47B4B3AB42}" dt="2026-04-23T14:45:06.114" v="1906" actId="20577"/>
          <ac:spMkLst>
            <pc:docMk/>
            <pc:sldMk cId="1667152741" sldId="266"/>
            <ac:spMk id="2" creationId="{29015C0C-5C20-9998-7506-CD838C410878}"/>
          </ac:spMkLst>
        </pc:spChg>
      </pc:sldChg>
      <pc:sldChg chg="del">
        <pc:chgData name="Yap, Timothy" userId="619c76e6-b30b-4bdc-971a-80569c887b29" providerId="ADAL" clId="{65E74274-92DF-413D-AAA9-9B47B4B3AB42}" dt="2026-04-23T14:30:47.664" v="978" actId="2696"/>
        <pc:sldMkLst>
          <pc:docMk/>
          <pc:sldMk cId="1983246302" sldId="267"/>
        </pc:sldMkLst>
      </pc:sldChg>
      <pc:sldChg chg="modSp add mod">
        <pc:chgData name="Yap, Timothy" userId="619c76e6-b30b-4bdc-971a-80569c887b29" providerId="ADAL" clId="{65E74274-92DF-413D-AAA9-9B47B4B3AB42}" dt="2026-04-23T14:45:03.460" v="1903" actId="313"/>
        <pc:sldMkLst>
          <pc:docMk/>
          <pc:sldMk cId="3720480349" sldId="267"/>
        </pc:sldMkLst>
        <pc:spChg chg="mod">
          <ac:chgData name="Yap, Timothy" userId="619c76e6-b30b-4bdc-971a-80569c887b29" providerId="ADAL" clId="{65E74274-92DF-413D-AAA9-9B47B4B3AB42}" dt="2026-04-23T14:44:55.752" v="1859" actId="20577"/>
          <ac:spMkLst>
            <pc:docMk/>
            <pc:sldMk cId="3720480349" sldId="267"/>
            <ac:spMk id="2" creationId="{BDD3B052-2E10-18EC-DBF4-01BC7CE0EF80}"/>
          </ac:spMkLst>
        </pc:spChg>
        <pc:spChg chg="mod">
          <ac:chgData name="Yap, Timothy" userId="619c76e6-b30b-4bdc-971a-80569c887b29" providerId="ADAL" clId="{65E74274-92DF-413D-AAA9-9B47B4B3AB42}" dt="2026-04-23T14:45:03.460" v="1903" actId="313"/>
          <ac:spMkLst>
            <pc:docMk/>
            <pc:sldMk cId="3720480349" sldId="267"/>
            <ac:spMk id="3" creationId="{F8820CEE-E575-8109-98B3-CCED194CAD23}"/>
          </ac:spMkLst>
        </pc:spChg>
      </pc:sldChg>
      <pc:sldChg chg="modSp mod">
        <pc:chgData name="Yap, Timothy" userId="619c76e6-b30b-4bdc-971a-80569c887b29" providerId="ADAL" clId="{65E74274-92DF-413D-AAA9-9B47B4B3AB42}" dt="2026-04-23T14:44:19.456" v="1855" actId="20577"/>
        <pc:sldMkLst>
          <pc:docMk/>
          <pc:sldMk cId="2572683431" sldId="269"/>
        </pc:sldMkLst>
        <pc:spChg chg="mod">
          <ac:chgData name="Yap, Timothy" userId="619c76e6-b30b-4bdc-971a-80569c887b29" providerId="ADAL" clId="{65E74274-92DF-413D-AAA9-9B47B4B3AB42}" dt="2026-04-23T14:44:19.456" v="1855" actId="20577"/>
          <ac:spMkLst>
            <pc:docMk/>
            <pc:sldMk cId="2572683431" sldId="269"/>
            <ac:spMk id="3" creationId="{F86C558D-728A-D2CD-3E75-7EC964574AE6}"/>
          </ac:spMkLst>
        </pc:spChg>
      </pc:sldChg>
      <pc:sldChg chg="del">
        <pc:chgData name="Yap, Timothy" userId="619c76e6-b30b-4bdc-971a-80569c887b29" providerId="ADAL" clId="{65E74274-92DF-413D-AAA9-9B47B4B3AB42}" dt="2026-04-23T14:32:14.990" v="1179" actId="47"/>
        <pc:sldMkLst>
          <pc:docMk/>
          <pc:sldMk cId="1522221746" sldId="271"/>
        </pc:sldMkLst>
      </pc:sldChg>
      <pc:sldChg chg="modSp add mod">
        <pc:chgData name="Yap, Timothy" userId="619c76e6-b30b-4bdc-971a-80569c887b29" providerId="ADAL" clId="{65E74274-92DF-413D-AAA9-9B47B4B3AB42}" dt="2026-04-23T14:47:40.742" v="2149" actId="20577"/>
        <pc:sldMkLst>
          <pc:docMk/>
          <pc:sldMk cId="579359917" sldId="272"/>
        </pc:sldMkLst>
        <pc:spChg chg="mod">
          <ac:chgData name="Yap, Timothy" userId="619c76e6-b30b-4bdc-971a-80569c887b29" providerId="ADAL" clId="{65E74274-92DF-413D-AAA9-9B47B4B3AB42}" dt="2026-04-23T14:45:42.694" v="1916"/>
          <ac:spMkLst>
            <pc:docMk/>
            <pc:sldMk cId="579359917" sldId="272"/>
            <ac:spMk id="2" creationId="{74705D79-1F36-DC26-C069-FB1486A41D06}"/>
          </ac:spMkLst>
        </pc:spChg>
        <pc:spChg chg="mod">
          <ac:chgData name="Yap, Timothy" userId="619c76e6-b30b-4bdc-971a-80569c887b29" providerId="ADAL" clId="{65E74274-92DF-413D-AAA9-9B47B4B3AB42}" dt="2026-04-23T14:47:40.742" v="2149" actId="20577"/>
          <ac:spMkLst>
            <pc:docMk/>
            <pc:sldMk cId="579359917" sldId="272"/>
            <ac:spMk id="3" creationId="{6EAB8F17-C47F-7988-C20B-539D3383C186}"/>
          </ac:spMkLst>
        </pc:spChg>
      </pc:sldChg>
      <pc:sldChg chg="del">
        <pc:chgData name="Yap, Timothy" userId="619c76e6-b30b-4bdc-971a-80569c887b29" providerId="ADAL" clId="{65E74274-92DF-413D-AAA9-9B47B4B3AB42}" dt="2026-04-23T14:30:28.449" v="975" actId="2696"/>
        <pc:sldMkLst>
          <pc:docMk/>
          <pc:sldMk cId="1421728596" sldId="272"/>
        </pc:sldMkLst>
      </pc:sldChg>
      <pc:sldChg chg="del">
        <pc:chgData name="Yap, Timothy" userId="619c76e6-b30b-4bdc-971a-80569c887b29" providerId="ADAL" clId="{65E74274-92DF-413D-AAA9-9B47B4B3AB42}" dt="2026-04-23T14:30:09.562" v="973" actId="2696"/>
        <pc:sldMkLst>
          <pc:docMk/>
          <pc:sldMk cId="2797577272" sldId="273"/>
        </pc:sldMkLst>
      </pc:sldChg>
      <pc:sldChg chg="modSp add mod">
        <pc:chgData name="Yap, Timothy" userId="619c76e6-b30b-4bdc-971a-80569c887b29" providerId="ADAL" clId="{65E74274-92DF-413D-AAA9-9B47B4B3AB42}" dt="2026-04-23T14:48:13.212" v="2191" actId="6549"/>
        <pc:sldMkLst>
          <pc:docMk/>
          <pc:sldMk cId="3206549192" sldId="273"/>
        </pc:sldMkLst>
        <pc:spChg chg="mod">
          <ac:chgData name="Yap, Timothy" userId="619c76e6-b30b-4bdc-971a-80569c887b29" providerId="ADAL" clId="{65E74274-92DF-413D-AAA9-9B47B4B3AB42}" dt="2026-04-23T14:48:13.212" v="2191" actId="6549"/>
          <ac:spMkLst>
            <pc:docMk/>
            <pc:sldMk cId="3206549192" sldId="273"/>
            <ac:spMk id="2" creationId="{70D25113-D7A8-DF01-206E-5D889B145EE9}"/>
          </ac:spMkLst>
        </pc:spChg>
        <pc:spChg chg="mod">
          <ac:chgData name="Yap, Timothy" userId="619c76e6-b30b-4bdc-971a-80569c887b29" providerId="ADAL" clId="{65E74274-92DF-413D-AAA9-9B47B4B3AB42}" dt="2026-04-23T14:45:37.047" v="1915" actId="27636"/>
          <ac:spMkLst>
            <pc:docMk/>
            <pc:sldMk cId="3206549192" sldId="273"/>
            <ac:spMk id="3" creationId="{A3929D00-D9FA-20AB-C4A0-EE0302BB01EE}"/>
          </ac:spMkLst>
        </pc:spChg>
      </pc:sldChg>
      <pc:sldChg chg="del">
        <pc:chgData name="Yap, Timothy" userId="619c76e6-b30b-4bdc-971a-80569c887b29" providerId="ADAL" clId="{65E74274-92DF-413D-AAA9-9B47B4B3AB42}" dt="2026-04-23T14:13:29.483" v="0" actId="47"/>
        <pc:sldMkLst>
          <pc:docMk/>
          <pc:sldMk cId="1053350453" sldId="274"/>
        </pc:sldMkLst>
      </pc:sldChg>
      <pc:sldChg chg="del">
        <pc:chgData name="Yap, Timothy" userId="619c76e6-b30b-4bdc-971a-80569c887b29" providerId="ADAL" clId="{65E74274-92DF-413D-AAA9-9B47B4B3AB42}" dt="2026-04-23T14:13:29.483" v="0" actId="47"/>
        <pc:sldMkLst>
          <pc:docMk/>
          <pc:sldMk cId="1060556225" sldId="275"/>
        </pc:sldMkLst>
      </pc:sldChg>
      <pc:sldChg chg="del">
        <pc:chgData name="Yap, Timothy" userId="619c76e6-b30b-4bdc-971a-80569c887b29" providerId="ADAL" clId="{65E74274-92DF-413D-AAA9-9B47B4B3AB42}" dt="2026-04-23T14:13:29.483" v="0" actId="47"/>
        <pc:sldMkLst>
          <pc:docMk/>
          <pc:sldMk cId="560897760" sldId="276"/>
        </pc:sldMkLst>
      </pc:sldChg>
      <pc:sldChg chg="del">
        <pc:chgData name="Yap, Timothy" userId="619c76e6-b30b-4bdc-971a-80569c887b29" providerId="ADAL" clId="{65E74274-92DF-413D-AAA9-9B47B4B3AB42}" dt="2026-04-23T14:21:25.651" v="537" actId="47"/>
        <pc:sldMkLst>
          <pc:docMk/>
          <pc:sldMk cId="3050911675" sldId="278"/>
        </pc:sldMkLst>
      </pc:sldChg>
      <pc:sldChg chg="del">
        <pc:chgData name="Yap, Timothy" userId="619c76e6-b30b-4bdc-971a-80569c887b29" providerId="ADAL" clId="{65E74274-92DF-413D-AAA9-9B47B4B3AB42}" dt="2026-04-23T14:22:44.599" v="626" actId="47"/>
        <pc:sldMkLst>
          <pc:docMk/>
          <pc:sldMk cId="3438773265" sldId="279"/>
        </pc:sldMkLst>
      </pc:sldChg>
      <pc:sldChg chg="modSp new mod">
        <pc:chgData name="Yap, Timothy" userId="619c76e6-b30b-4bdc-971a-80569c887b29" providerId="ADAL" clId="{65E74274-92DF-413D-AAA9-9B47B4B3AB42}" dt="2026-04-23T14:14:08.135" v="120" actId="27636"/>
        <pc:sldMkLst>
          <pc:docMk/>
          <pc:sldMk cId="2377124155" sldId="280"/>
        </pc:sldMkLst>
        <pc:spChg chg="mod">
          <ac:chgData name="Yap, Timothy" userId="619c76e6-b30b-4bdc-971a-80569c887b29" providerId="ADAL" clId="{65E74274-92DF-413D-AAA9-9B47B4B3AB42}" dt="2026-04-23T14:14:08.135" v="120" actId="27636"/>
          <ac:spMkLst>
            <pc:docMk/>
            <pc:sldMk cId="2377124155" sldId="280"/>
            <ac:spMk id="2" creationId="{23E07F06-AD16-840E-D08A-4ACE56F8E21A}"/>
          </ac:spMkLst>
        </pc:spChg>
        <pc:spChg chg="mod">
          <ac:chgData name="Yap, Timothy" userId="619c76e6-b30b-4bdc-971a-80569c887b29" providerId="ADAL" clId="{65E74274-92DF-413D-AAA9-9B47B4B3AB42}" dt="2026-04-23T14:13:44.846" v="55" actId="20577"/>
          <ac:spMkLst>
            <pc:docMk/>
            <pc:sldMk cId="2377124155" sldId="280"/>
            <ac:spMk id="3" creationId="{4C6BE220-9EBB-671F-782F-EF532EFEC847}"/>
          </ac:spMkLst>
        </pc:spChg>
      </pc:sldChg>
      <pc:sldChg chg="addSp delSp modSp new mod modAnim">
        <pc:chgData name="Yap, Timothy" userId="619c76e6-b30b-4bdc-971a-80569c887b29" providerId="ADAL" clId="{65E74274-92DF-413D-AAA9-9B47B4B3AB42}" dt="2026-04-23T14:51:16.335" v="2645" actId="20577"/>
        <pc:sldMkLst>
          <pc:docMk/>
          <pc:sldMk cId="2564582297" sldId="281"/>
        </pc:sldMkLst>
        <pc:spChg chg="mod">
          <ac:chgData name="Yap, Timothy" userId="619c76e6-b30b-4bdc-971a-80569c887b29" providerId="ADAL" clId="{65E74274-92DF-413D-AAA9-9B47B4B3AB42}" dt="2026-04-23T14:15:47.176" v="150" actId="20577"/>
          <ac:spMkLst>
            <pc:docMk/>
            <pc:sldMk cId="2564582297" sldId="281"/>
            <ac:spMk id="2" creationId="{83641DEF-0E3F-1AB8-F0D6-42172F44B604}"/>
          </ac:spMkLst>
        </pc:spChg>
        <pc:spChg chg="del">
          <ac:chgData name="Yap, Timothy" userId="619c76e6-b30b-4bdc-971a-80569c887b29" providerId="ADAL" clId="{65E74274-92DF-413D-AAA9-9B47B4B3AB42}" dt="2026-04-23T14:15:29.725" v="125" actId="478"/>
          <ac:spMkLst>
            <pc:docMk/>
            <pc:sldMk cId="2564582297" sldId="281"/>
            <ac:spMk id="3" creationId="{917C9BB5-28D3-54EF-16AB-215CDE029B31}"/>
          </ac:spMkLst>
        </pc:spChg>
        <pc:spChg chg="add mod">
          <ac:chgData name="Yap, Timothy" userId="619c76e6-b30b-4bdc-971a-80569c887b29" providerId="ADAL" clId="{65E74274-92DF-413D-AAA9-9B47B4B3AB42}" dt="2026-04-23T14:20:06.314" v="462" actId="14100"/>
          <ac:spMkLst>
            <pc:docMk/>
            <pc:sldMk cId="2564582297" sldId="281"/>
            <ac:spMk id="7" creationId="{1403BB25-8C5F-37E9-48DE-31C0DC2FF88D}"/>
          </ac:spMkLst>
        </pc:spChg>
        <pc:spChg chg="add mod">
          <ac:chgData name="Yap, Timothy" userId="619c76e6-b30b-4bdc-971a-80569c887b29" providerId="ADAL" clId="{65E74274-92DF-413D-AAA9-9B47B4B3AB42}" dt="2026-04-23T14:43:43.138" v="1854" actId="1076"/>
          <ac:spMkLst>
            <pc:docMk/>
            <pc:sldMk cId="2564582297" sldId="281"/>
            <ac:spMk id="8" creationId="{43C49140-3E0E-205F-F2C4-F8F9275A7008}"/>
          </ac:spMkLst>
        </pc:spChg>
        <pc:spChg chg="add mod">
          <ac:chgData name="Yap, Timothy" userId="619c76e6-b30b-4bdc-971a-80569c887b29" providerId="ADAL" clId="{65E74274-92DF-413D-AAA9-9B47B4B3AB42}" dt="2026-04-23T14:51:16.335" v="2645" actId="20577"/>
          <ac:spMkLst>
            <pc:docMk/>
            <pc:sldMk cId="2564582297" sldId="281"/>
            <ac:spMk id="9" creationId="{DF1AE2C8-664A-D514-ADEA-60C4505A2B46}"/>
          </ac:spMkLst>
        </pc:spChg>
        <pc:picChg chg="add mod modCrop">
          <ac:chgData name="Yap, Timothy" userId="619c76e6-b30b-4bdc-971a-80569c887b29" providerId="ADAL" clId="{65E74274-92DF-413D-AAA9-9B47B4B3AB42}" dt="2026-04-23T14:20:26.323" v="463" actId="732"/>
          <ac:picMkLst>
            <pc:docMk/>
            <pc:sldMk cId="2564582297" sldId="281"/>
            <ac:picMk id="4" creationId="{1411664A-B561-D3ED-AB11-C5CB7B8A488C}"/>
          </ac:picMkLst>
        </pc:picChg>
        <pc:picChg chg="add mod modCrop">
          <ac:chgData name="Yap, Timothy" userId="619c76e6-b30b-4bdc-971a-80569c887b29" providerId="ADAL" clId="{65E74274-92DF-413D-AAA9-9B47B4B3AB42}" dt="2026-04-23T14:43:40.871" v="1853" actId="1076"/>
          <ac:picMkLst>
            <pc:docMk/>
            <pc:sldMk cId="2564582297" sldId="281"/>
            <ac:picMk id="5" creationId="{7A212CEF-B22D-D40C-6DA9-16E5E64E4DFF}"/>
          </ac:picMkLst>
        </pc:picChg>
        <pc:picChg chg="add del mod">
          <ac:chgData name="Yap, Timothy" userId="619c76e6-b30b-4bdc-971a-80569c887b29" providerId="ADAL" clId="{65E74274-92DF-413D-AAA9-9B47B4B3AB42}" dt="2026-04-23T14:15:27.330" v="124" actId="478"/>
          <ac:picMkLst>
            <pc:docMk/>
            <pc:sldMk cId="2564582297" sldId="281"/>
            <ac:picMk id="6" creationId="{6533D65B-4793-255E-028F-CFE80E072C6C}"/>
          </ac:picMkLst>
        </pc:picChg>
      </pc:sldChg>
      <pc:sldChg chg="modSp new mod">
        <pc:chgData name="Yap, Timothy" userId="619c76e6-b30b-4bdc-971a-80569c887b29" providerId="ADAL" clId="{65E74274-92DF-413D-AAA9-9B47B4B3AB42}" dt="2026-04-23T17:26:32.944" v="10229" actId="20577"/>
        <pc:sldMkLst>
          <pc:docMk/>
          <pc:sldMk cId="1500493739" sldId="282"/>
        </pc:sldMkLst>
        <pc:spChg chg="mod">
          <ac:chgData name="Yap, Timothy" userId="619c76e6-b30b-4bdc-971a-80569c887b29" providerId="ADAL" clId="{65E74274-92DF-413D-AAA9-9B47B4B3AB42}" dt="2026-04-23T14:40:56.472" v="1635" actId="20577"/>
          <ac:spMkLst>
            <pc:docMk/>
            <pc:sldMk cId="1500493739" sldId="282"/>
            <ac:spMk id="2" creationId="{4ECA2A41-2B5A-6DE6-7FE2-C83C193BBB55}"/>
          </ac:spMkLst>
        </pc:spChg>
        <pc:spChg chg="mod">
          <ac:chgData name="Yap, Timothy" userId="619c76e6-b30b-4bdc-971a-80569c887b29" providerId="ADAL" clId="{65E74274-92DF-413D-AAA9-9B47B4B3AB42}" dt="2026-04-23T17:26:32.944" v="10229" actId="20577"/>
          <ac:spMkLst>
            <pc:docMk/>
            <pc:sldMk cId="1500493739" sldId="282"/>
            <ac:spMk id="3" creationId="{1C6568B5-8DB9-0AB4-5AF8-33DB2E69DE18}"/>
          </ac:spMkLst>
        </pc:spChg>
      </pc:sldChg>
      <pc:sldChg chg="modSp new mod">
        <pc:chgData name="Yap, Timothy" userId="619c76e6-b30b-4bdc-971a-80569c887b29" providerId="ADAL" clId="{65E74274-92DF-413D-AAA9-9B47B4B3AB42}" dt="2026-04-23T14:42:04.795" v="1808" actId="20577"/>
        <pc:sldMkLst>
          <pc:docMk/>
          <pc:sldMk cId="825584552" sldId="283"/>
        </pc:sldMkLst>
        <pc:spChg chg="mod">
          <ac:chgData name="Yap, Timothy" userId="619c76e6-b30b-4bdc-971a-80569c887b29" providerId="ADAL" clId="{65E74274-92DF-413D-AAA9-9B47B4B3AB42}" dt="2026-04-23T14:42:04.795" v="1808" actId="20577"/>
          <ac:spMkLst>
            <pc:docMk/>
            <pc:sldMk cId="825584552" sldId="283"/>
            <ac:spMk id="2" creationId="{7E552F41-EF81-1DEA-D0C7-AEEFB79919BE}"/>
          </ac:spMkLst>
        </pc:spChg>
      </pc:sldChg>
      <pc:sldChg chg="new del">
        <pc:chgData name="Yap, Timothy" userId="619c76e6-b30b-4bdc-971a-80569c887b29" providerId="ADAL" clId="{65E74274-92DF-413D-AAA9-9B47B4B3AB42}" dt="2026-04-23T14:41:55.812" v="1805" actId="47"/>
        <pc:sldMkLst>
          <pc:docMk/>
          <pc:sldMk cId="3925982392" sldId="283"/>
        </pc:sldMkLst>
      </pc:sldChg>
      <pc:sldChg chg="modSp new mod">
        <pc:chgData name="Yap, Timothy" userId="619c76e6-b30b-4bdc-971a-80569c887b29" providerId="ADAL" clId="{65E74274-92DF-413D-AAA9-9B47B4B3AB42}" dt="2026-04-23T14:50:42.219" v="2630" actId="20577"/>
        <pc:sldMkLst>
          <pc:docMk/>
          <pc:sldMk cId="2270581443" sldId="284"/>
        </pc:sldMkLst>
        <pc:spChg chg="mod">
          <ac:chgData name="Yap, Timothy" userId="619c76e6-b30b-4bdc-971a-80569c887b29" providerId="ADAL" clId="{65E74274-92DF-413D-AAA9-9B47B4B3AB42}" dt="2026-04-23T14:46:00.349" v="1945"/>
          <ac:spMkLst>
            <pc:docMk/>
            <pc:sldMk cId="2270581443" sldId="284"/>
            <ac:spMk id="2" creationId="{7644E63D-B770-BA9D-1940-1FE600013210}"/>
          </ac:spMkLst>
        </pc:spChg>
        <pc:spChg chg="mod">
          <ac:chgData name="Yap, Timothy" userId="619c76e6-b30b-4bdc-971a-80569c887b29" providerId="ADAL" clId="{65E74274-92DF-413D-AAA9-9B47B4B3AB42}" dt="2026-04-23T14:50:42.219" v="2630" actId="20577"/>
          <ac:spMkLst>
            <pc:docMk/>
            <pc:sldMk cId="2270581443" sldId="284"/>
            <ac:spMk id="3" creationId="{C099C6D4-3F4D-650D-CE9D-201F75FE2004}"/>
          </ac:spMkLst>
        </pc:spChg>
      </pc:sldChg>
      <pc:sldChg chg="addSp delSp modSp new mod delAnim modAnim">
        <pc:chgData name="Yap, Timothy" userId="619c76e6-b30b-4bdc-971a-80569c887b29" providerId="ADAL" clId="{65E74274-92DF-413D-AAA9-9B47B4B3AB42}" dt="2026-04-23T16:03:22.812" v="4867" actId="20577"/>
        <pc:sldMkLst>
          <pc:docMk/>
          <pc:sldMk cId="1559041376" sldId="285"/>
        </pc:sldMkLst>
        <pc:spChg chg="mod">
          <ac:chgData name="Yap, Timothy" userId="619c76e6-b30b-4bdc-971a-80569c887b29" providerId="ADAL" clId="{65E74274-92DF-413D-AAA9-9B47B4B3AB42}" dt="2026-04-23T14:51:24.977" v="2683" actId="20577"/>
          <ac:spMkLst>
            <pc:docMk/>
            <pc:sldMk cId="1559041376" sldId="285"/>
            <ac:spMk id="2" creationId="{96BC78AB-5EED-E3DF-5F8B-D78050A3E1D4}"/>
          </ac:spMkLst>
        </pc:spChg>
        <pc:spChg chg="del">
          <ac:chgData name="Yap, Timothy" userId="619c76e6-b30b-4bdc-971a-80569c887b29" providerId="ADAL" clId="{65E74274-92DF-413D-AAA9-9B47B4B3AB42}" dt="2026-04-23T14:52:23.145" v="2684" actId="478"/>
          <ac:spMkLst>
            <pc:docMk/>
            <pc:sldMk cId="1559041376" sldId="285"/>
            <ac:spMk id="3" creationId="{2237DC57-E490-24E1-569E-50D25F73A6E3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0" creationId="{A9F65713-AEDE-C9D6-0E8F-07594E185A30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1" creationId="{C4EFAC05-538B-22B1-AFBB-A07B00740D34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2" creationId="{07B88137-E15D-C59B-A60F-6026496CEA06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3" creationId="{5491FFC7-1E69-B293-0F31-6A8F4E07CE9D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4" creationId="{89FBA91C-9144-0088-70E7-DC7710FDBADA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5" creationId="{BF3343A0-71E2-F6ED-31E4-0FD53E9D0BFA}"/>
          </ac:spMkLst>
        </pc:spChg>
        <pc:spChg chg="add del mod">
          <ac:chgData name="Yap, Timothy" userId="619c76e6-b30b-4bdc-971a-80569c887b29" providerId="ADAL" clId="{65E74274-92DF-413D-AAA9-9B47B4B3AB42}" dt="2026-04-23T15:16:37.124" v="2686" actId="478"/>
          <ac:spMkLst>
            <pc:docMk/>
            <pc:sldMk cId="1559041376" sldId="285"/>
            <ac:spMk id="16" creationId="{C9758B98-2E95-F50D-F59A-FC316D62DB2F}"/>
          </ac:spMkLst>
        </pc:spChg>
        <pc:spChg chg="add mod">
          <ac:chgData name="Yap, Timothy" userId="619c76e6-b30b-4bdc-971a-80569c887b29" providerId="ADAL" clId="{65E74274-92DF-413D-AAA9-9B47B4B3AB42}" dt="2026-04-23T16:03:22.812" v="4867" actId="20577"/>
          <ac:spMkLst>
            <pc:docMk/>
            <pc:sldMk cId="1559041376" sldId="285"/>
            <ac:spMk id="17" creationId="{2567E6A7-D8DA-FDC9-D0B4-944FD0E8CB4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19" creationId="{C3E0511C-E4E6-C4AF-454C-34D1E8A5EA0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0" creationId="{0C99DB03-9621-446D-1239-20AF80B4F2D6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1" creationId="{B23A2AC7-2ADA-386E-CA2C-CD95E502F1BC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2" creationId="{AB700777-3998-7885-2668-F558F0FBC92F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3" creationId="{F9AA46EF-B015-6D13-D89F-FFF7369E0B98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4" creationId="{12FA82EE-C52C-D977-6AE5-AF13D6D90429}"/>
          </ac:spMkLst>
        </pc:spChg>
        <pc:spChg chg="add mod">
          <ac:chgData name="Yap, Timothy" userId="619c76e6-b30b-4bdc-971a-80569c887b29" providerId="ADAL" clId="{65E74274-92DF-413D-AAA9-9B47B4B3AB42}" dt="2026-04-23T15:16:43.180" v="2687"/>
          <ac:spMkLst>
            <pc:docMk/>
            <pc:sldMk cId="1559041376" sldId="285"/>
            <ac:spMk id="26" creationId="{DF91F50B-CB50-986D-049A-B26AE977E59B}"/>
          </ac:spMkLst>
        </pc:spChg>
        <pc:grpChg chg="add del mod">
          <ac:chgData name="Yap, Timothy" userId="619c76e6-b30b-4bdc-971a-80569c887b29" providerId="ADAL" clId="{65E74274-92DF-413D-AAA9-9B47B4B3AB42}" dt="2026-04-23T15:16:37.124" v="2686" actId="478"/>
          <ac:grpSpMkLst>
            <pc:docMk/>
            <pc:sldMk cId="1559041376" sldId="285"/>
            <ac:grpSpMk id="4" creationId="{D062BA43-664F-143C-13C0-93CFECC2106D}"/>
          </ac:grpSpMkLst>
        </pc:grpChg>
        <pc:grpChg chg="mod">
          <ac:chgData name="Yap, Timothy" userId="619c76e6-b30b-4bdc-971a-80569c887b29" providerId="ADAL" clId="{65E74274-92DF-413D-AAA9-9B47B4B3AB42}" dt="2026-04-23T14:52:23.432" v="2685"/>
          <ac:grpSpMkLst>
            <pc:docMk/>
            <pc:sldMk cId="1559041376" sldId="285"/>
            <ac:grpSpMk id="7" creationId="{E94FE8D3-98A7-867A-83AC-EF60F1956C7E}"/>
          </ac:grpSpMkLst>
        </pc:grpChg>
        <pc:picChg chg="mod">
          <ac:chgData name="Yap, Timothy" userId="619c76e6-b30b-4bdc-971a-80569c887b29" providerId="ADAL" clId="{65E74274-92DF-413D-AAA9-9B47B4B3AB42}" dt="2026-04-23T14:52:23.432" v="2685"/>
          <ac:picMkLst>
            <pc:docMk/>
            <pc:sldMk cId="1559041376" sldId="285"/>
            <ac:picMk id="5" creationId="{F262CE10-929E-6318-592D-3EA63008ADE7}"/>
          </ac:picMkLst>
        </pc:picChg>
        <pc:picChg chg="add mod">
          <ac:chgData name="Yap, Timothy" userId="619c76e6-b30b-4bdc-971a-80569c887b29" providerId="ADAL" clId="{65E74274-92DF-413D-AAA9-9B47B4B3AB42}" dt="2026-04-23T15:16:43.180" v="2687"/>
          <ac:picMkLst>
            <pc:docMk/>
            <pc:sldMk cId="1559041376" sldId="285"/>
            <ac:picMk id="18" creationId="{8B44C0F2-3AC1-FEBD-A407-B80E2B4CCA90}"/>
          </ac:picMkLst>
        </pc:picChg>
        <pc:cxnChg chg="add mod">
          <ac:chgData name="Yap, Timothy" userId="619c76e6-b30b-4bdc-971a-80569c887b29" providerId="ADAL" clId="{65E74274-92DF-413D-AAA9-9B47B4B3AB42}" dt="2026-04-23T15:16:43.180" v="2687"/>
          <ac:cxnSpMkLst>
            <pc:docMk/>
            <pc:sldMk cId="1559041376" sldId="285"/>
            <ac:cxnSpMk id="25" creationId="{EB114376-F278-A90A-4078-794620D73222}"/>
          </ac:cxnSpMkLst>
        </pc:cxnChg>
      </pc:sldChg>
      <pc:sldChg chg="addSp delSp modSp new mod">
        <pc:chgData name="Yap, Timothy" userId="619c76e6-b30b-4bdc-971a-80569c887b29" providerId="ADAL" clId="{65E74274-92DF-413D-AAA9-9B47B4B3AB42}" dt="2026-04-23T16:04:07.772" v="4898" actId="14100"/>
        <pc:sldMkLst>
          <pc:docMk/>
          <pc:sldMk cId="273242603" sldId="286"/>
        </pc:sldMkLst>
        <pc:spChg chg="mod">
          <ac:chgData name="Yap, Timothy" userId="619c76e6-b30b-4bdc-971a-80569c887b29" providerId="ADAL" clId="{65E74274-92DF-413D-AAA9-9B47B4B3AB42}" dt="2026-04-23T15:17:52.655" v="2726" actId="20577"/>
          <ac:spMkLst>
            <pc:docMk/>
            <pc:sldMk cId="273242603" sldId="286"/>
            <ac:spMk id="2" creationId="{B6D2782F-B037-F6BC-335C-168E7F22B348}"/>
          </ac:spMkLst>
        </pc:spChg>
        <pc:spChg chg="del">
          <ac:chgData name="Yap, Timothy" userId="619c76e6-b30b-4bdc-971a-80569c887b29" providerId="ADAL" clId="{65E74274-92DF-413D-AAA9-9B47B4B3AB42}" dt="2026-04-23T15:17:59.626" v="2727" actId="478"/>
          <ac:spMkLst>
            <pc:docMk/>
            <pc:sldMk cId="273242603" sldId="286"/>
            <ac:spMk id="3" creationId="{D16A4F08-9F01-0940-490C-4FE0834C872F}"/>
          </ac:spMkLst>
        </pc:spChg>
        <pc:spChg chg="add mod">
          <ac:chgData name="Yap, Timothy" userId="619c76e6-b30b-4bdc-971a-80569c887b29" providerId="ADAL" clId="{65E74274-92DF-413D-AAA9-9B47B4B3AB42}" dt="2026-04-23T15:20:23.827" v="2916" actId="207"/>
          <ac:spMkLst>
            <pc:docMk/>
            <pc:sldMk cId="273242603" sldId="286"/>
            <ac:spMk id="4" creationId="{2B616138-8D6D-94C5-68E4-1DA96E56F032}"/>
          </ac:spMkLst>
        </pc:spChg>
        <pc:spChg chg="del">
          <ac:chgData name="Yap, Timothy" userId="619c76e6-b30b-4bdc-971a-80569c887b29" providerId="ADAL" clId="{65E74274-92DF-413D-AAA9-9B47B4B3AB42}" dt="2026-04-23T15:18:31.094" v="2735" actId="478"/>
          <ac:spMkLst>
            <pc:docMk/>
            <pc:sldMk cId="273242603" sldId="286"/>
            <ac:spMk id="5" creationId="{6231C34A-C15A-2828-5CB8-696DB5AB32F1}"/>
          </ac:spMkLst>
        </pc:spChg>
        <pc:spChg chg="del mod">
          <ac:chgData name="Yap, Timothy" userId="619c76e6-b30b-4bdc-971a-80569c887b29" providerId="ADAL" clId="{65E74274-92DF-413D-AAA9-9B47B4B3AB42}" dt="2026-04-23T15:21:14.729" v="2926" actId="478"/>
          <ac:spMkLst>
            <pc:docMk/>
            <pc:sldMk cId="273242603" sldId="286"/>
            <ac:spMk id="6" creationId="{569A0F4B-5F62-F99D-4327-E31464E0774E}"/>
          </ac:spMkLst>
        </pc:spChg>
        <pc:spChg chg="add del mod">
          <ac:chgData name="Yap, Timothy" userId="619c76e6-b30b-4bdc-971a-80569c887b29" providerId="ADAL" clId="{65E74274-92DF-413D-AAA9-9B47B4B3AB42}" dt="2026-04-23T15:21:14.729" v="2926" actId="478"/>
          <ac:spMkLst>
            <pc:docMk/>
            <pc:sldMk cId="273242603" sldId="286"/>
            <ac:spMk id="7" creationId="{2F6563A2-D299-8721-CBFA-E98E3D7CCE37}"/>
          </ac:spMkLst>
        </pc:spChg>
        <pc:spChg chg="del">
          <ac:chgData name="Yap, Timothy" userId="619c76e6-b30b-4bdc-971a-80569c887b29" providerId="ADAL" clId="{65E74274-92DF-413D-AAA9-9B47B4B3AB42}" dt="2026-04-23T15:21:14.729" v="2926" actId="478"/>
          <ac:spMkLst>
            <pc:docMk/>
            <pc:sldMk cId="273242603" sldId="286"/>
            <ac:spMk id="12" creationId="{8D3F2BBA-4E02-4BFB-1F11-2F59558BF750}"/>
          </ac:spMkLst>
        </pc:spChg>
        <pc:spChg chg="del">
          <ac:chgData name="Yap, Timothy" userId="619c76e6-b30b-4bdc-971a-80569c887b29" providerId="ADAL" clId="{65E74274-92DF-413D-AAA9-9B47B4B3AB42}" dt="2026-04-23T15:21:14.729" v="2926" actId="478"/>
          <ac:spMkLst>
            <pc:docMk/>
            <pc:sldMk cId="273242603" sldId="286"/>
            <ac:spMk id="13" creationId="{2B5FB999-66A2-E44D-0C18-6FB1A386B6F9}"/>
          </ac:spMkLst>
        </pc:spChg>
        <pc:spChg chg="add mod">
          <ac:chgData name="Yap, Timothy" userId="619c76e6-b30b-4bdc-971a-80569c887b29" providerId="ADAL" clId="{65E74274-92DF-413D-AAA9-9B47B4B3AB42}" dt="2026-04-23T15:18:40.801" v="2736" actId="1076"/>
          <ac:spMkLst>
            <pc:docMk/>
            <pc:sldMk cId="273242603" sldId="286"/>
            <ac:spMk id="14" creationId="{8400DBBC-E119-40E2-F3E6-FD44E2384853}"/>
          </ac:spMkLst>
        </pc:spChg>
        <pc:spChg chg="del">
          <ac:chgData name="Yap, Timothy" userId="619c76e6-b30b-4bdc-971a-80569c887b29" providerId="ADAL" clId="{65E74274-92DF-413D-AAA9-9B47B4B3AB42}" dt="2026-04-23T15:21:17.636" v="2927" actId="478"/>
          <ac:spMkLst>
            <pc:docMk/>
            <pc:sldMk cId="273242603" sldId="286"/>
            <ac:spMk id="15" creationId="{0A510B39-7378-37F1-F22A-D3DF6D5D7848}"/>
          </ac:spMkLst>
        </pc:spChg>
        <pc:spChg chg="add del mod">
          <ac:chgData name="Yap, Timothy" userId="619c76e6-b30b-4bdc-971a-80569c887b29" providerId="ADAL" clId="{65E74274-92DF-413D-AAA9-9B47B4B3AB42}" dt="2026-04-23T15:21:17.636" v="2927" actId="478"/>
          <ac:spMkLst>
            <pc:docMk/>
            <pc:sldMk cId="273242603" sldId="286"/>
            <ac:spMk id="16" creationId="{AB6E6D70-2EC4-C26E-7EF9-9277F88C7F59}"/>
          </ac:spMkLst>
        </pc:spChg>
        <pc:spChg chg="add del mod">
          <ac:chgData name="Yap, Timothy" userId="619c76e6-b30b-4bdc-971a-80569c887b29" providerId="ADAL" clId="{65E74274-92DF-413D-AAA9-9B47B4B3AB42}" dt="2026-04-23T15:21:17.636" v="2927" actId="478"/>
          <ac:spMkLst>
            <pc:docMk/>
            <pc:sldMk cId="273242603" sldId="286"/>
            <ac:spMk id="20" creationId="{2980D041-8CC8-3DBD-64DE-B6F4B335CCAA}"/>
          </ac:spMkLst>
        </pc:spChg>
        <pc:spChg chg="add del mod">
          <ac:chgData name="Yap, Timothy" userId="619c76e6-b30b-4bdc-971a-80569c887b29" providerId="ADAL" clId="{65E74274-92DF-413D-AAA9-9B47B4B3AB42}" dt="2026-04-23T15:21:17.636" v="2927" actId="478"/>
          <ac:spMkLst>
            <pc:docMk/>
            <pc:sldMk cId="273242603" sldId="286"/>
            <ac:spMk id="21" creationId="{C1C01843-4A4D-20BD-B3E0-03A82ABC5AF6}"/>
          </ac:spMkLst>
        </pc:spChg>
        <pc:spChg chg="add mod">
          <ac:chgData name="Yap, Timothy" userId="619c76e6-b30b-4bdc-971a-80569c887b29" providerId="ADAL" clId="{65E74274-92DF-413D-AAA9-9B47B4B3AB42}" dt="2026-04-23T16:04:07.772" v="4898" actId="14100"/>
          <ac:spMkLst>
            <pc:docMk/>
            <pc:sldMk cId="273242603" sldId="286"/>
            <ac:spMk id="23" creationId="{488CB9C7-A05F-57B4-3D4F-312105444F64}"/>
          </ac:spMkLst>
        </pc:spChg>
        <pc:spChg chg="add mod">
          <ac:chgData name="Yap, Timothy" userId="619c76e6-b30b-4bdc-971a-80569c887b29" providerId="ADAL" clId="{65E74274-92DF-413D-AAA9-9B47B4B3AB42}" dt="2026-04-23T15:22:01.906" v="2944" actId="208"/>
          <ac:spMkLst>
            <pc:docMk/>
            <pc:sldMk cId="273242603" sldId="286"/>
            <ac:spMk id="24" creationId="{CC06515B-CB6A-69B9-3BF7-D74F1C1A02FD}"/>
          </ac:spMkLst>
        </pc:spChg>
        <pc:spChg chg="add mod">
          <ac:chgData name="Yap, Timothy" userId="619c76e6-b30b-4bdc-971a-80569c887b29" providerId="ADAL" clId="{65E74274-92DF-413D-AAA9-9B47B4B3AB42}" dt="2026-04-23T15:21:55.029" v="2940" actId="1076"/>
          <ac:spMkLst>
            <pc:docMk/>
            <pc:sldMk cId="273242603" sldId="286"/>
            <ac:spMk id="25" creationId="{1003390B-E756-4D1B-7E7C-F61CF44BADEE}"/>
          </ac:spMkLst>
        </pc:spChg>
        <pc:spChg chg="add del mod">
          <ac:chgData name="Yap, Timothy" userId="619c76e6-b30b-4bdc-971a-80569c887b29" providerId="ADAL" clId="{65E74274-92DF-413D-AAA9-9B47B4B3AB42}" dt="2026-04-23T15:18:31.094" v="2735" actId="478"/>
          <ac:spMkLst>
            <pc:docMk/>
            <pc:sldMk cId="273242603" sldId="286"/>
            <ac:spMk id="26" creationId="{37C13EE2-6ED1-08A5-3B83-10590EBD60F5}"/>
          </ac:spMkLst>
        </pc:spChg>
        <pc:spChg chg="mod">
          <ac:chgData name="Yap, Timothy" userId="619c76e6-b30b-4bdc-971a-80569c887b29" providerId="ADAL" clId="{65E74274-92DF-413D-AAA9-9B47B4B3AB42}" dt="2026-04-23T15:18:29.221" v="2734" actId="688"/>
          <ac:spMkLst>
            <pc:docMk/>
            <pc:sldMk cId="273242603" sldId="286"/>
            <ac:spMk id="27" creationId="{851A1EDB-C4A0-816C-8F69-7E6FF5EDF4E2}"/>
          </ac:spMkLst>
        </pc:spChg>
        <pc:spChg chg="del mod">
          <ac:chgData name="Yap, Timothy" userId="619c76e6-b30b-4bdc-971a-80569c887b29" providerId="ADAL" clId="{65E74274-92DF-413D-AAA9-9B47B4B3AB42}" dt="2026-04-23T15:21:14.729" v="2926" actId="478"/>
          <ac:spMkLst>
            <pc:docMk/>
            <pc:sldMk cId="273242603" sldId="286"/>
            <ac:spMk id="28" creationId="{51C61541-6832-DECC-CC16-3A0914714862}"/>
          </ac:spMkLst>
        </pc:spChg>
        <pc:spChg chg="del">
          <ac:chgData name="Yap, Timothy" userId="619c76e6-b30b-4bdc-971a-80569c887b29" providerId="ADAL" clId="{65E74274-92DF-413D-AAA9-9B47B4B3AB42}" dt="2026-04-23T15:21:17.636" v="2927" actId="478"/>
          <ac:spMkLst>
            <pc:docMk/>
            <pc:sldMk cId="273242603" sldId="286"/>
            <ac:spMk id="29" creationId="{20453AAA-491E-1770-204A-409B5AAE44E2}"/>
          </ac:spMkLst>
        </pc:spChg>
        <pc:spChg chg="add mod">
          <ac:chgData name="Yap, Timothy" userId="619c76e6-b30b-4bdc-971a-80569c887b29" providerId="ADAL" clId="{65E74274-92DF-413D-AAA9-9B47B4B3AB42}" dt="2026-04-23T15:18:40.801" v="2736" actId="1076"/>
          <ac:spMkLst>
            <pc:docMk/>
            <pc:sldMk cId="273242603" sldId="286"/>
            <ac:spMk id="30" creationId="{09A61FA4-4CE1-00E1-2CC5-0C7F71C232C9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36" creationId="{080C937E-992E-F840-FF60-1E134E7E95A9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37" creationId="{09106FCD-AE4E-3F79-DCC1-ABA37D7E72AD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38" creationId="{5634FE50-1609-27EE-4E8F-79E11A17EC87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39" creationId="{B6F60FC8-3E88-12B1-F4BB-5513486B42C0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42" creationId="{38112AE6-F3EF-EFD8-049D-4FB00FD069C2}"/>
          </ac:spMkLst>
        </pc:spChg>
        <pc:spChg chg="add del mod">
          <ac:chgData name="Yap, Timothy" userId="619c76e6-b30b-4bdc-971a-80569c887b29" providerId="ADAL" clId="{65E74274-92DF-413D-AAA9-9B47B4B3AB42}" dt="2026-04-23T15:21:24.768" v="2930" actId="478"/>
          <ac:spMkLst>
            <pc:docMk/>
            <pc:sldMk cId="273242603" sldId="286"/>
            <ac:spMk id="44" creationId="{363886C0-B2B4-7971-667D-1990F0629D82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45" creationId="{93AD12BA-6230-937C-C537-3ADD45DC5EF6}"/>
          </ac:spMkLst>
        </pc:spChg>
        <pc:spChg chg="add mod">
          <ac:chgData name="Yap, Timothy" userId="619c76e6-b30b-4bdc-971a-80569c887b29" providerId="ADAL" clId="{65E74274-92DF-413D-AAA9-9B47B4B3AB42}" dt="2026-04-23T15:21:20.760" v="2929" actId="1076"/>
          <ac:spMkLst>
            <pc:docMk/>
            <pc:sldMk cId="273242603" sldId="286"/>
            <ac:spMk id="50" creationId="{9CB07B03-E7A6-B611-4A6E-4C56D14B3878}"/>
          </ac:spMkLst>
        </pc:spChg>
        <pc:spChg chg="add 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52" creationId="{0D248583-B972-1234-EAEA-1D9073B272C5}"/>
          </ac:spMkLst>
        </pc:spChg>
        <pc:spChg chg="mod">
          <ac:chgData name="Yap, Timothy" userId="619c76e6-b30b-4bdc-971a-80569c887b29" providerId="ADAL" clId="{65E74274-92DF-413D-AAA9-9B47B4B3AB42}" dt="2026-04-23T15:21:52.849" v="2939" actId="1076"/>
          <ac:spMkLst>
            <pc:docMk/>
            <pc:sldMk cId="273242603" sldId="286"/>
            <ac:spMk id="53" creationId="{9BF04E5F-FB69-4BB8-D968-576E91042104}"/>
          </ac:spMkLst>
        </pc:spChg>
        <pc:spChg chg="add mod">
          <ac:chgData name="Yap, Timothy" userId="619c76e6-b30b-4bdc-971a-80569c887b29" providerId="ADAL" clId="{65E74274-92DF-413D-AAA9-9B47B4B3AB42}" dt="2026-04-23T15:21:31.181" v="2932" actId="1076"/>
          <ac:spMkLst>
            <pc:docMk/>
            <pc:sldMk cId="273242603" sldId="286"/>
            <ac:spMk id="54" creationId="{07372A55-C3CE-1E7D-5232-7D8021708390}"/>
          </ac:spMkLst>
        </pc:spChg>
        <pc:spChg chg="mod">
          <ac:chgData name="Yap, Timothy" userId="619c76e6-b30b-4bdc-971a-80569c887b29" providerId="ADAL" clId="{65E74274-92DF-413D-AAA9-9B47B4B3AB42}" dt="2026-04-23T15:21:39.804" v="2935" actId="1076"/>
          <ac:spMkLst>
            <pc:docMk/>
            <pc:sldMk cId="273242603" sldId="286"/>
            <ac:spMk id="55" creationId="{07E5E9EF-2B90-240D-673E-B324856227C8}"/>
          </ac:spMkLst>
        </pc:spChg>
        <pc:cxnChg chg="del mod">
          <ac:chgData name="Yap, Timothy" userId="619c76e6-b30b-4bdc-971a-80569c887b29" providerId="ADAL" clId="{65E74274-92DF-413D-AAA9-9B47B4B3AB42}" dt="2026-04-23T15:21:14.729" v="2926" actId="478"/>
          <ac:cxnSpMkLst>
            <pc:docMk/>
            <pc:sldMk cId="273242603" sldId="286"/>
            <ac:cxnSpMk id="8" creationId="{A69F9E2E-4021-D498-0CDC-B183A4C00C94}"/>
          </ac:cxnSpMkLst>
        </pc:cxnChg>
        <pc:cxnChg chg="del mod">
          <ac:chgData name="Yap, Timothy" userId="619c76e6-b30b-4bdc-971a-80569c887b29" providerId="ADAL" clId="{65E74274-92DF-413D-AAA9-9B47B4B3AB42}" dt="2026-04-23T15:21:14.729" v="2926" actId="478"/>
          <ac:cxnSpMkLst>
            <pc:docMk/>
            <pc:sldMk cId="273242603" sldId="286"/>
            <ac:cxnSpMk id="9" creationId="{2D8DEE6E-F840-3AA6-BCB3-828B5487829C}"/>
          </ac:cxnSpMkLst>
        </pc:cxnChg>
        <pc:cxnChg chg="del">
          <ac:chgData name="Yap, Timothy" userId="619c76e6-b30b-4bdc-971a-80569c887b29" providerId="ADAL" clId="{65E74274-92DF-413D-AAA9-9B47B4B3AB42}" dt="2026-04-23T15:21:14.729" v="2926" actId="478"/>
          <ac:cxnSpMkLst>
            <pc:docMk/>
            <pc:sldMk cId="273242603" sldId="286"/>
            <ac:cxnSpMk id="10" creationId="{DD658A32-0A8E-EA64-5DD7-1C8B6B79DCEA}"/>
          </ac:cxnSpMkLst>
        </pc:cxnChg>
        <pc:cxnChg chg="del">
          <ac:chgData name="Yap, Timothy" userId="619c76e6-b30b-4bdc-971a-80569c887b29" providerId="ADAL" clId="{65E74274-92DF-413D-AAA9-9B47B4B3AB42}" dt="2026-04-23T15:21:14.729" v="2926" actId="478"/>
          <ac:cxnSpMkLst>
            <pc:docMk/>
            <pc:sldMk cId="273242603" sldId="286"/>
            <ac:cxnSpMk id="11" creationId="{6EEF5135-16BB-0188-B557-A5FB9E7B4ACE}"/>
          </ac:cxnSpMkLst>
        </pc:cxnChg>
        <pc:cxnChg chg="del">
          <ac:chgData name="Yap, Timothy" userId="619c76e6-b30b-4bdc-971a-80569c887b29" providerId="ADAL" clId="{65E74274-92DF-413D-AAA9-9B47B4B3AB42}" dt="2026-04-23T15:21:17.636" v="2927" actId="478"/>
          <ac:cxnSpMkLst>
            <pc:docMk/>
            <pc:sldMk cId="273242603" sldId="286"/>
            <ac:cxnSpMk id="17" creationId="{376457EC-F6D6-0ECA-CC06-746E4C8BB3A6}"/>
          </ac:cxnSpMkLst>
        </pc:cxnChg>
        <pc:cxnChg chg="del">
          <ac:chgData name="Yap, Timothy" userId="619c76e6-b30b-4bdc-971a-80569c887b29" providerId="ADAL" clId="{65E74274-92DF-413D-AAA9-9B47B4B3AB42}" dt="2026-04-23T15:21:17.636" v="2927" actId="478"/>
          <ac:cxnSpMkLst>
            <pc:docMk/>
            <pc:sldMk cId="273242603" sldId="286"/>
            <ac:cxnSpMk id="18" creationId="{4E3A36B2-D67A-4595-53C1-6C3233832630}"/>
          </ac:cxnSpMkLst>
        </pc:cxnChg>
        <pc:cxnChg chg="del">
          <ac:chgData name="Yap, Timothy" userId="619c76e6-b30b-4bdc-971a-80569c887b29" providerId="ADAL" clId="{65E74274-92DF-413D-AAA9-9B47B4B3AB42}" dt="2026-04-23T15:21:17.636" v="2927" actId="478"/>
          <ac:cxnSpMkLst>
            <pc:docMk/>
            <pc:sldMk cId="273242603" sldId="286"/>
            <ac:cxnSpMk id="19" creationId="{2B624DBC-3C90-E5CA-6EF1-C5CFE399A8AE}"/>
          </ac:cxnSpMkLst>
        </pc:cxnChg>
        <pc:cxnChg chg="del">
          <ac:chgData name="Yap, Timothy" userId="619c76e6-b30b-4bdc-971a-80569c887b29" providerId="ADAL" clId="{65E74274-92DF-413D-AAA9-9B47B4B3AB42}" dt="2026-04-23T15:21:32.868" v="2933" actId="478"/>
          <ac:cxnSpMkLst>
            <pc:docMk/>
            <pc:sldMk cId="273242603" sldId="286"/>
            <ac:cxnSpMk id="22" creationId="{65540746-F082-4476-8BAB-FB4FE01976CA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0" creationId="{17AA3857-8E3C-818F-372C-141AD0106D68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1" creationId="{5E560276-37E4-B9C6-67AD-513A1223A72F}"/>
          </ac:cxnSpMkLst>
        </pc:cxnChg>
        <pc:cxnChg chg="mod">
          <ac:chgData name="Yap, Timothy" userId="619c76e6-b30b-4bdc-971a-80569c887b29" providerId="ADAL" clId="{65E74274-92DF-413D-AAA9-9B47B4B3AB42}" dt="2026-04-23T15:21:42.522" v="2936" actId="14100"/>
          <ac:cxnSpMkLst>
            <pc:docMk/>
            <pc:sldMk cId="273242603" sldId="286"/>
            <ac:cxnSpMk id="43" creationId="{B8248633-F76D-CF51-64B7-AEA80F5D10DF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48" creationId="{34FC47DD-2F36-65B7-F5B1-54F4F2926B84}"/>
          </ac:cxnSpMkLst>
        </pc:cxnChg>
        <pc:cxnChg chg="mod">
          <ac:chgData name="Yap, Timothy" userId="619c76e6-b30b-4bdc-971a-80569c887b29" providerId="ADAL" clId="{65E74274-92DF-413D-AAA9-9B47B4B3AB42}" dt="2026-04-23T15:21:39.804" v="2935" actId="1076"/>
          <ac:cxnSpMkLst>
            <pc:docMk/>
            <pc:sldMk cId="273242603" sldId="286"/>
            <ac:cxnSpMk id="51" creationId="{360A4004-DA03-FE5D-E51A-9AF3426BB297}"/>
          </ac:cxnSpMkLst>
        </pc:cxnChg>
        <pc:cxnChg chg="mod">
          <ac:chgData name="Yap, Timothy" userId="619c76e6-b30b-4bdc-971a-80569c887b29" providerId="ADAL" clId="{65E74274-92DF-413D-AAA9-9B47B4B3AB42}" dt="2026-04-23T15:21:47.551" v="2938" actId="14100"/>
          <ac:cxnSpMkLst>
            <pc:docMk/>
            <pc:sldMk cId="273242603" sldId="286"/>
            <ac:cxnSpMk id="56" creationId="{21488FA8-8FFC-C5E6-016B-BBD9EB5C5433}"/>
          </ac:cxnSpMkLst>
        </pc:cxnChg>
        <pc:cxnChg chg="mod">
          <ac:chgData name="Yap, Timothy" userId="619c76e6-b30b-4bdc-971a-80569c887b29" providerId="ADAL" clId="{65E74274-92DF-413D-AAA9-9B47B4B3AB42}" dt="2026-04-23T15:21:43.475" v="2937" actId="1076"/>
          <ac:cxnSpMkLst>
            <pc:docMk/>
            <pc:sldMk cId="273242603" sldId="286"/>
            <ac:cxnSpMk id="57" creationId="{52DCF6FD-0C8D-F67B-046F-31B44D47EE07}"/>
          </ac:cxnSpMkLst>
        </pc:cxnChg>
      </pc:sldChg>
      <pc:sldChg chg="addSp delSp modSp new mod">
        <pc:chgData name="Yap, Timothy" userId="619c76e6-b30b-4bdc-971a-80569c887b29" providerId="ADAL" clId="{65E74274-92DF-413D-AAA9-9B47B4B3AB42}" dt="2026-04-23T15:30:00.519" v="3126" actId="20577"/>
        <pc:sldMkLst>
          <pc:docMk/>
          <pc:sldMk cId="2483287541" sldId="287"/>
        </pc:sldMkLst>
        <pc:spChg chg="mod">
          <ac:chgData name="Yap, Timothy" userId="619c76e6-b30b-4bdc-971a-80569c887b29" providerId="ADAL" clId="{65E74274-92DF-413D-AAA9-9B47B4B3AB42}" dt="2026-04-23T15:18:52.894" v="2750" actId="20577"/>
          <ac:spMkLst>
            <pc:docMk/>
            <pc:sldMk cId="2483287541" sldId="287"/>
            <ac:spMk id="2" creationId="{CA278EFC-AA70-CB54-72AC-9AE2A2ACAA03}"/>
          </ac:spMkLst>
        </pc:spChg>
        <pc:spChg chg="mod">
          <ac:chgData name="Yap, Timothy" userId="619c76e6-b30b-4bdc-971a-80569c887b29" providerId="ADAL" clId="{65E74274-92DF-413D-AAA9-9B47B4B3AB42}" dt="2026-04-23T15:20:06.661" v="2912" actId="1076"/>
          <ac:spMkLst>
            <pc:docMk/>
            <pc:sldMk cId="2483287541" sldId="287"/>
            <ac:spMk id="3" creationId="{F591D29A-0D1C-6734-7A33-E998751443DF}"/>
          </ac:spMkLst>
        </pc:spChg>
        <pc:spChg chg="add mod">
          <ac:chgData name="Yap, Timothy" userId="619c76e6-b30b-4bdc-971a-80569c887b29" providerId="ADAL" clId="{65E74274-92DF-413D-AAA9-9B47B4B3AB42}" dt="2026-04-23T15:19:51.696" v="2905" actId="1076"/>
          <ac:spMkLst>
            <pc:docMk/>
            <pc:sldMk cId="2483287541" sldId="287"/>
            <ac:spMk id="4" creationId="{D61AE9DA-8DC8-78B1-881D-40E4424E324F}"/>
          </ac:spMkLst>
        </pc:spChg>
        <pc:spChg chg="add del mod">
          <ac:chgData name="Yap, Timothy" userId="619c76e6-b30b-4bdc-971a-80569c887b29" providerId="ADAL" clId="{65E74274-92DF-413D-AAA9-9B47B4B3AB42}" dt="2026-04-23T15:28:29.437" v="2962" actId="1076"/>
          <ac:spMkLst>
            <pc:docMk/>
            <pc:sldMk cId="2483287541" sldId="287"/>
            <ac:spMk id="5" creationId="{98777268-0248-5228-84B3-9509F6EF551A}"/>
          </ac:spMkLst>
        </pc:spChg>
        <pc:spChg chg="add mod">
          <ac:chgData name="Yap, Timothy" userId="619c76e6-b30b-4bdc-971a-80569c887b29" providerId="ADAL" clId="{65E74274-92DF-413D-AAA9-9B47B4B3AB42}" dt="2026-04-23T15:29:26.672" v="3013" actId="14100"/>
          <ac:spMkLst>
            <pc:docMk/>
            <pc:sldMk cId="2483287541" sldId="287"/>
            <ac:spMk id="6" creationId="{DCEBE261-3E02-8317-1BC3-421F3B8C4845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18" creationId="{FCAC3A3A-DD47-124A-0C0F-2C90A7AA724C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19" creationId="{7F96DC2D-596E-6AB9-15AD-AE781BB9AA4E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2" creationId="{9331C07C-B77B-A17F-03A7-8F28AB44BDC5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3" creationId="{52F40CEF-59E6-FBAC-5415-765C234D7FF8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8" creationId="{FA856A37-EA27-638B-3738-8CF195630212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29" creationId="{C15F732D-4BE3-FA44-772C-A6A2379E945F}"/>
          </ac:spMkLst>
        </pc:spChg>
        <pc:spChg chg="add mod">
          <ac:chgData name="Yap, Timothy" userId="619c76e6-b30b-4bdc-971a-80569c887b29" providerId="ADAL" clId="{65E74274-92DF-413D-AAA9-9B47B4B3AB42}" dt="2026-04-23T15:28:33.816" v="2963" actId="1076"/>
          <ac:spMkLst>
            <pc:docMk/>
            <pc:sldMk cId="2483287541" sldId="287"/>
            <ac:spMk id="30" creationId="{58B64D20-5193-419A-3435-D6DFB9F7403A}"/>
          </ac:spMkLst>
        </pc:spChg>
        <pc:spChg chg="add mod">
          <ac:chgData name="Yap, Timothy" userId="619c76e6-b30b-4bdc-971a-80569c887b29" providerId="ADAL" clId="{65E74274-92DF-413D-AAA9-9B47B4B3AB42}" dt="2026-04-23T15:30:00.519" v="3126" actId="20577"/>
          <ac:spMkLst>
            <pc:docMk/>
            <pc:sldMk cId="2483287541" sldId="287"/>
            <ac:spMk id="35" creationId="{F7F3D752-8C79-7363-4362-EDD4421980E8}"/>
          </ac:spMkLst>
        </pc:spChg>
        <pc:picChg chg="mod">
          <ac:chgData name="Yap, Timothy" userId="619c76e6-b30b-4bdc-971a-80569c887b29" providerId="ADAL" clId="{65E74274-92DF-413D-AAA9-9B47B4B3AB42}" dt="2026-04-23T15:27:54.907" v="2948" actId="208"/>
          <ac:picMkLst>
            <pc:docMk/>
            <pc:sldMk cId="2483287541" sldId="287"/>
            <ac:picMk id="7" creationId="{5497E5DE-BC05-F435-B332-2544D7C453CA}"/>
          </ac:picMkLst>
        </pc:picChg>
        <pc:picChg chg="mod">
          <ac:chgData name="Yap, Timothy" userId="619c76e6-b30b-4bdc-971a-80569c887b29" providerId="ADAL" clId="{65E74274-92DF-413D-AAA9-9B47B4B3AB42}" dt="2026-04-23T15:27:52.370" v="2946" actId="208"/>
          <ac:picMkLst>
            <pc:docMk/>
            <pc:sldMk cId="2483287541" sldId="287"/>
            <ac:picMk id="8" creationId="{387084BF-96FD-4549-327F-DBAE72232FDB}"/>
          </ac:picMkLst>
        </pc:picChg>
        <pc:picChg chg="mod">
          <ac:chgData name="Yap, Timothy" userId="619c76e6-b30b-4bdc-971a-80569c887b29" providerId="ADAL" clId="{65E74274-92DF-413D-AAA9-9B47B4B3AB42}" dt="2026-04-23T15:27:57.810" v="2950" actId="208"/>
          <ac:picMkLst>
            <pc:docMk/>
            <pc:sldMk cId="2483287541" sldId="287"/>
            <ac:picMk id="9" creationId="{1BD8C4C2-5860-08A4-1DE1-D4A8F1C289A3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13" creationId="{83DE553D-AEDA-0E97-C6F2-6F8E44AE4FEB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16" creationId="{124ABB99-F204-2DA9-7DE2-C05E3C1B36B0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17" creationId="{A6BC8CBD-318B-AD8A-245A-39047EF2C6BB}"/>
          </ac:picMkLst>
        </pc:picChg>
        <pc:picChg chg="mod">
          <ac:chgData name="Yap, Timothy" userId="619c76e6-b30b-4bdc-971a-80569c887b29" providerId="ADAL" clId="{65E74274-92DF-413D-AAA9-9B47B4B3AB42}" dt="2026-04-23T15:28:24.045" v="2959" actId="1076"/>
          <ac:picMkLst>
            <pc:docMk/>
            <pc:sldMk cId="2483287541" sldId="287"/>
            <ac:picMk id="21" creationId="{E5E6445B-48D9-FF6C-51EB-BCF1273A0BB0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25" creationId="{8F2F95F3-A880-29C1-450C-F91B57B0C8BD}"/>
          </ac:picMkLst>
        </pc:picChg>
        <pc:picChg chg="mod">
          <ac:chgData name="Yap, Timothy" userId="619c76e6-b30b-4bdc-971a-80569c887b29" providerId="ADAL" clId="{65E74274-92DF-413D-AAA9-9B47B4B3AB42}" dt="2026-04-23T15:28:33.816" v="2963" actId="1076"/>
          <ac:picMkLst>
            <pc:docMk/>
            <pc:sldMk cId="2483287541" sldId="287"/>
            <ac:picMk id="27" creationId="{DF138A94-11B8-52AE-5382-EBB485E9D156}"/>
          </ac:picMkLst>
        </pc:picChg>
        <pc:cxnChg chg="add del">
          <ac:chgData name="Yap, Timothy" userId="619c76e6-b30b-4bdc-971a-80569c887b29" providerId="ADAL" clId="{65E74274-92DF-413D-AAA9-9B47B4B3AB42}" dt="2026-04-23T15:28:22.841" v="2957" actId="11529"/>
          <ac:cxnSpMkLst>
            <pc:docMk/>
            <pc:sldMk cId="2483287541" sldId="287"/>
            <ac:cxnSpMk id="32" creationId="{F4D5C7F1-F98F-68BE-7DB1-563B0287594C}"/>
          </ac:cxnSpMkLst>
        </pc:cxnChg>
        <pc:cxnChg chg="add mod">
          <ac:chgData name="Yap, Timothy" userId="619c76e6-b30b-4bdc-971a-80569c887b29" providerId="ADAL" clId="{65E74274-92DF-413D-AAA9-9B47B4B3AB42}" dt="2026-04-23T15:28:49.940" v="2966" actId="208"/>
          <ac:cxnSpMkLst>
            <pc:docMk/>
            <pc:sldMk cId="2483287541" sldId="287"/>
            <ac:cxnSpMk id="34" creationId="{9937BFB0-926E-FA2E-13A1-1B14D9337F84}"/>
          </ac:cxnSpMkLst>
        </pc:cxnChg>
      </pc:sldChg>
      <pc:sldChg chg="modSp new mod">
        <pc:chgData name="Yap, Timothy" userId="619c76e6-b30b-4bdc-971a-80569c887b29" providerId="ADAL" clId="{65E74274-92DF-413D-AAA9-9B47B4B3AB42}" dt="2026-04-23T15:32:09.706" v="3389" actId="20577"/>
        <pc:sldMkLst>
          <pc:docMk/>
          <pc:sldMk cId="4130060573" sldId="288"/>
        </pc:sldMkLst>
        <pc:spChg chg="mod">
          <ac:chgData name="Yap, Timothy" userId="619c76e6-b30b-4bdc-971a-80569c887b29" providerId="ADAL" clId="{65E74274-92DF-413D-AAA9-9B47B4B3AB42}" dt="2026-04-23T15:30:11.393" v="3142" actId="20577"/>
          <ac:spMkLst>
            <pc:docMk/>
            <pc:sldMk cId="4130060573" sldId="288"/>
            <ac:spMk id="2" creationId="{4E742C84-37CE-6B64-5F00-83CC03B023A4}"/>
          </ac:spMkLst>
        </pc:spChg>
        <pc:spChg chg="mod">
          <ac:chgData name="Yap, Timothy" userId="619c76e6-b30b-4bdc-971a-80569c887b29" providerId="ADAL" clId="{65E74274-92DF-413D-AAA9-9B47B4B3AB42}" dt="2026-04-23T15:32:09.706" v="3389" actId="20577"/>
          <ac:spMkLst>
            <pc:docMk/>
            <pc:sldMk cId="4130060573" sldId="288"/>
            <ac:spMk id="3" creationId="{745FCD0D-1382-31AE-F52C-3191DA5BC8B3}"/>
          </ac:spMkLst>
        </pc:spChg>
      </pc:sldChg>
      <pc:sldChg chg="modSp new mod">
        <pc:chgData name="Yap, Timothy" userId="619c76e6-b30b-4bdc-971a-80569c887b29" providerId="ADAL" clId="{65E74274-92DF-413D-AAA9-9B47B4B3AB42}" dt="2026-04-23T15:58:37.388" v="4244" actId="20577"/>
        <pc:sldMkLst>
          <pc:docMk/>
          <pc:sldMk cId="1463563957" sldId="289"/>
        </pc:sldMkLst>
        <pc:spChg chg="mod">
          <ac:chgData name="Yap, Timothy" userId="619c76e6-b30b-4bdc-971a-80569c887b29" providerId="ADAL" clId="{65E74274-92DF-413D-AAA9-9B47B4B3AB42}" dt="2026-04-23T15:58:37.388" v="4244" actId="20577"/>
          <ac:spMkLst>
            <pc:docMk/>
            <pc:sldMk cId="1463563957" sldId="289"/>
            <ac:spMk id="2" creationId="{C674125C-0CB0-DBDD-F7BC-25CE31BD96AD}"/>
          </ac:spMkLst>
        </pc:spChg>
        <pc:spChg chg="mod">
          <ac:chgData name="Yap, Timothy" userId="619c76e6-b30b-4bdc-971a-80569c887b29" providerId="ADAL" clId="{65E74274-92DF-413D-AAA9-9B47B4B3AB42}" dt="2026-04-23T15:58:00.614" v="4241" actId="20577"/>
          <ac:spMkLst>
            <pc:docMk/>
            <pc:sldMk cId="1463563957" sldId="289"/>
            <ac:spMk id="3" creationId="{E51653D4-C60F-AF5B-B7E4-0D4A2FA4E871}"/>
          </ac:spMkLst>
        </pc:spChg>
      </pc:sldChg>
      <pc:sldChg chg="modSp new mod">
        <pc:chgData name="Yap, Timothy" userId="619c76e6-b30b-4bdc-971a-80569c887b29" providerId="ADAL" clId="{65E74274-92DF-413D-AAA9-9B47B4B3AB42}" dt="2026-04-23T16:00:53.217" v="4743" actId="20577"/>
        <pc:sldMkLst>
          <pc:docMk/>
          <pc:sldMk cId="3298684411" sldId="290"/>
        </pc:sldMkLst>
        <pc:spChg chg="mod">
          <ac:chgData name="Yap, Timothy" userId="619c76e6-b30b-4bdc-971a-80569c887b29" providerId="ADAL" clId="{65E74274-92DF-413D-AAA9-9B47B4B3AB42}" dt="2026-04-23T15:58:41.374" v="4257" actId="313"/>
          <ac:spMkLst>
            <pc:docMk/>
            <pc:sldMk cId="3298684411" sldId="290"/>
            <ac:spMk id="2" creationId="{9524AEC9-BE22-9BFC-942C-7BFA93CCAE00}"/>
          </ac:spMkLst>
        </pc:spChg>
        <pc:spChg chg="mod">
          <ac:chgData name="Yap, Timothy" userId="619c76e6-b30b-4bdc-971a-80569c887b29" providerId="ADAL" clId="{65E74274-92DF-413D-AAA9-9B47B4B3AB42}" dt="2026-04-23T16:00:53.217" v="4743" actId="20577"/>
          <ac:spMkLst>
            <pc:docMk/>
            <pc:sldMk cId="3298684411" sldId="290"/>
            <ac:spMk id="3" creationId="{40F44230-E192-8320-CB8B-64330E1B7093}"/>
          </ac:spMkLst>
        </pc:spChg>
      </pc:sldChg>
      <pc:sldChg chg="modSp add del">
        <pc:chgData name="Yap, Timothy" userId="619c76e6-b30b-4bdc-971a-80569c887b29" providerId="ADAL" clId="{65E74274-92DF-413D-AAA9-9B47B4B3AB42}" dt="2026-04-23T16:03:43.160" v="4870" actId="2696"/>
        <pc:sldMkLst>
          <pc:docMk/>
          <pc:sldMk cId="2963749656" sldId="291"/>
        </pc:sldMkLst>
        <pc:spChg chg="mod">
          <ac:chgData name="Yap, Timothy" userId="619c76e6-b30b-4bdc-971a-80569c887b29" providerId="ADAL" clId="{65E74274-92DF-413D-AAA9-9B47B4B3AB42}" dt="2026-04-23T16:03:41.633" v="4869"/>
          <ac:spMkLst>
            <pc:docMk/>
            <pc:sldMk cId="2963749656" sldId="291"/>
            <ac:spMk id="2" creationId="{62A47AA3-F836-FABB-1469-637DE0A172AF}"/>
          </ac:spMkLst>
        </pc:spChg>
      </pc:sldChg>
      <pc:sldChg chg="modSp add mod">
        <pc:chgData name="Yap, Timothy" userId="619c76e6-b30b-4bdc-971a-80569c887b29" providerId="ADAL" clId="{65E74274-92DF-413D-AAA9-9B47B4B3AB42}" dt="2026-04-23T16:40:53.767" v="7162" actId="20577"/>
        <pc:sldMkLst>
          <pc:docMk/>
          <pc:sldMk cId="2984960622" sldId="291"/>
        </pc:sldMkLst>
        <pc:spChg chg="mod">
          <ac:chgData name="Yap, Timothy" userId="619c76e6-b30b-4bdc-971a-80569c887b29" providerId="ADAL" clId="{65E74274-92DF-413D-AAA9-9B47B4B3AB42}" dt="2026-04-23T16:40:53.767" v="7162" actId="20577"/>
          <ac:spMkLst>
            <pc:docMk/>
            <pc:sldMk cId="2984960622" sldId="291"/>
            <ac:spMk id="2" creationId="{62A47AA3-F836-FABB-1469-637DE0A172AF}"/>
          </ac:spMkLst>
        </pc:spChg>
      </pc:sldChg>
      <pc:sldChg chg="new del">
        <pc:chgData name="Yap, Timothy" userId="619c76e6-b30b-4bdc-971a-80569c887b29" providerId="ADAL" clId="{65E74274-92DF-413D-AAA9-9B47B4B3AB42}" dt="2026-04-23T16:03:54.831" v="4874" actId="47"/>
        <pc:sldMkLst>
          <pc:docMk/>
          <pc:sldMk cId="627198052" sldId="292"/>
        </pc:sldMkLst>
      </pc:sldChg>
      <pc:sldChg chg="addSp delSp modSp new add del mod">
        <pc:chgData name="Yap, Timothy" userId="619c76e6-b30b-4bdc-971a-80569c887b29" providerId="ADAL" clId="{65E74274-92DF-413D-AAA9-9B47B4B3AB42}" dt="2026-04-23T16:44:02.340" v="7280" actId="47"/>
        <pc:sldMkLst>
          <pc:docMk/>
          <pc:sldMk cId="3622982527" sldId="293"/>
        </pc:sldMkLst>
        <pc:spChg chg="mod">
          <ac:chgData name="Yap, Timothy" userId="619c76e6-b30b-4bdc-971a-80569c887b29" providerId="ADAL" clId="{65E74274-92DF-413D-AAA9-9B47B4B3AB42}" dt="2026-04-23T16:22:16.526" v="5957" actId="20577"/>
          <ac:spMkLst>
            <pc:docMk/>
            <pc:sldMk cId="3622982527" sldId="293"/>
            <ac:spMk id="2" creationId="{A64F5DCB-BFDF-4FAE-B136-477C36FB7044}"/>
          </ac:spMkLst>
        </pc:spChg>
        <pc:spChg chg="del">
          <ac:chgData name="Yap, Timothy" userId="619c76e6-b30b-4bdc-971a-80569c887b29" providerId="ADAL" clId="{65E74274-92DF-413D-AAA9-9B47B4B3AB42}" dt="2026-04-23T16:04:12.988" v="4899" actId="478"/>
          <ac:spMkLst>
            <pc:docMk/>
            <pc:sldMk cId="3622982527" sldId="293"/>
            <ac:spMk id="3" creationId="{CA7FFA74-7910-DE6C-9CB4-0A002C33D38B}"/>
          </ac:spMkLst>
        </pc:spChg>
        <pc:spChg chg="add del mod">
          <ac:chgData name="Yap, Timothy" userId="619c76e6-b30b-4bdc-971a-80569c887b29" providerId="ADAL" clId="{65E74274-92DF-413D-AAA9-9B47B4B3AB42}" dt="2026-04-23T16:04:32.778" v="4903" actId="478"/>
          <ac:spMkLst>
            <pc:docMk/>
            <pc:sldMk cId="3622982527" sldId="293"/>
            <ac:spMk id="4" creationId="{AC83594C-E0CE-4589-C95A-7020769C89C9}"/>
          </ac:spMkLst>
        </pc:spChg>
        <pc:spChg chg="del">
          <ac:chgData name="Yap, Timothy" userId="619c76e6-b30b-4bdc-971a-80569c887b29" providerId="ADAL" clId="{65E74274-92DF-413D-AAA9-9B47B4B3AB42}" dt="2026-04-23T16:04:31.398" v="4901" actId="478"/>
          <ac:spMkLst>
            <pc:docMk/>
            <pc:sldMk cId="3622982527" sldId="293"/>
            <ac:spMk id="5" creationId="{ED27811D-A435-124D-967B-B7715B319310}"/>
          </ac:spMkLst>
        </pc:spChg>
        <pc:spChg chg="add del mod">
          <ac:chgData name="Yap, Timothy" userId="619c76e6-b30b-4bdc-971a-80569c887b29" providerId="ADAL" clId="{65E74274-92DF-413D-AAA9-9B47B4B3AB42}" dt="2026-04-23T16:04:32.291" v="4902" actId="478"/>
          <ac:spMkLst>
            <pc:docMk/>
            <pc:sldMk cId="3622982527" sldId="293"/>
            <ac:spMk id="6" creationId="{91F2F94E-B1B5-2DED-B16A-EE19D299C048}"/>
          </ac:spMkLst>
        </pc:spChg>
        <pc:spChg chg="add del mod">
          <ac:chgData name="Yap, Timothy" userId="619c76e6-b30b-4bdc-971a-80569c887b29" providerId="ADAL" clId="{65E74274-92DF-413D-AAA9-9B47B4B3AB42}" dt="2026-04-23T16:06:00.348" v="4935" actId="478"/>
          <ac:spMkLst>
            <pc:docMk/>
            <pc:sldMk cId="3622982527" sldId="293"/>
            <ac:spMk id="10" creationId="{4D518E1A-AECF-9DD5-08AD-05E172AE8A00}"/>
          </ac:spMkLst>
        </pc:spChg>
        <pc:spChg chg="add mod">
          <ac:chgData name="Yap, Timothy" userId="619c76e6-b30b-4bdc-971a-80569c887b29" providerId="ADAL" clId="{65E74274-92DF-413D-AAA9-9B47B4B3AB42}" dt="2026-04-23T16:05:42.084" v="4933" actId="1076"/>
          <ac:spMkLst>
            <pc:docMk/>
            <pc:sldMk cId="3622982527" sldId="293"/>
            <ac:spMk id="11" creationId="{96A71546-250B-6456-51FA-641E0A385588}"/>
          </ac:spMkLst>
        </pc:spChg>
        <pc:spChg chg="add del mod">
          <ac:chgData name="Yap, Timothy" userId="619c76e6-b30b-4bdc-971a-80569c887b29" providerId="ADAL" clId="{65E74274-92DF-413D-AAA9-9B47B4B3AB42}" dt="2026-04-23T16:05:31.261" v="4929" actId="478"/>
          <ac:spMkLst>
            <pc:docMk/>
            <pc:sldMk cId="3622982527" sldId="293"/>
            <ac:spMk id="12" creationId="{3A7E2077-F8C2-7979-16FB-BECEF0AD051D}"/>
          </ac:spMkLst>
        </pc:spChg>
        <pc:spChg chg="del">
          <ac:chgData name="Yap, Timothy" userId="619c76e6-b30b-4bdc-971a-80569c887b29" providerId="ADAL" clId="{65E74274-92DF-413D-AAA9-9B47B4B3AB42}" dt="2026-04-23T16:05:45.088" v="4934" actId="478"/>
          <ac:spMkLst>
            <pc:docMk/>
            <pc:sldMk cId="3622982527" sldId="293"/>
            <ac:spMk id="13" creationId="{CA5EF48D-4FDC-7EF3-0C59-442FE321189E}"/>
          </ac:spMkLst>
        </pc:spChg>
        <pc:spChg chg="add del mod">
          <ac:chgData name="Yap, Timothy" userId="619c76e6-b30b-4bdc-971a-80569c887b29" providerId="ADAL" clId="{65E74274-92DF-413D-AAA9-9B47B4B3AB42}" dt="2026-04-23T16:05:45.088" v="4934" actId="478"/>
          <ac:spMkLst>
            <pc:docMk/>
            <pc:sldMk cId="3622982527" sldId="293"/>
            <ac:spMk id="16" creationId="{44E691A6-EDDA-B65B-C909-5DBDD1285F7F}"/>
          </ac:spMkLst>
        </pc:spChg>
        <pc:spChg chg="mod">
          <ac:chgData name="Yap, Timothy" userId="619c76e6-b30b-4bdc-971a-80569c887b29" providerId="ADAL" clId="{65E74274-92DF-413D-AAA9-9B47B4B3AB42}" dt="2026-04-23T16:05:35.101" v="4930" actId="1076"/>
          <ac:spMkLst>
            <pc:docMk/>
            <pc:sldMk cId="3622982527" sldId="293"/>
            <ac:spMk id="18" creationId="{A85ADE70-F1EB-6945-55D7-A15A79727509}"/>
          </ac:spMkLst>
        </pc:spChg>
        <pc:spChg chg="add mod">
          <ac:chgData name="Yap, Timothy" userId="619c76e6-b30b-4bdc-971a-80569c887b29" providerId="ADAL" clId="{65E74274-92DF-413D-AAA9-9B47B4B3AB42}" dt="2026-04-23T16:06:56.055" v="5129" actId="6549"/>
          <ac:spMkLst>
            <pc:docMk/>
            <pc:sldMk cId="3622982527" sldId="293"/>
            <ac:spMk id="23" creationId="{0A644640-7A8B-B765-BEE4-703F9A37600F}"/>
          </ac:spMkLst>
        </pc:spChg>
        <pc:spChg chg="add del mod">
          <ac:chgData name="Yap, Timothy" userId="619c76e6-b30b-4bdc-971a-80569c887b29" providerId="ADAL" clId="{65E74274-92DF-413D-AAA9-9B47B4B3AB42}" dt="2026-04-23T16:05:45.088" v="4934" actId="478"/>
          <ac:spMkLst>
            <pc:docMk/>
            <pc:sldMk cId="3622982527" sldId="293"/>
            <ac:spMk id="25" creationId="{A033CB33-6297-C13A-A308-78240B0C6C4B}"/>
          </ac:spMkLst>
        </pc:spChg>
        <pc:spChg chg="add mod">
          <ac:chgData name="Yap, Timothy" userId="619c76e6-b30b-4bdc-971a-80569c887b29" providerId="ADAL" clId="{65E74274-92DF-413D-AAA9-9B47B4B3AB42}" dt="2026-04-23T16:06:19.008" v="4953" actId="1076"/>
          <ac:spMkLst>
            <pc:docMk/>
            <pc:sldMk cId="3622982527" sldId="293"/>
            <ac:spMk id="26" creationId="{77516BE9-A645-146A-6500-A5168C5F5ECE}"/>
          </ac:spMkLst>
        </pc:spChg>
        <pc:spChg chg="del">
          <ac:chgData name="Yap, Timothy" userId="619c76e6-b30b-4bdc-971a-80569c887b29" providerId="ADAL" clId="{65E74274-92DF-413D-AAA9-9B47B4B3AB42}" dt="2026-04-23T16:05:45.088" v="4934" actId="478"/>
          <ac:spMkLst>
            <pc:docMk/>
            <pc:sldMk cId="3622982527" sldId="293"/>
            <ac:spMk id="27" creationId="{328C756C-341F-B75B-0E9B-B87F2E5D5DD3}"/>
          </ac:spMkLst>
        </pc:spChg>
        <pc:spChg chg="add del mod">
          <ac:chgData name="Yap, Timothy" userId="619c76e6-b30b-4bdc-971a-80569c887b29" providerId="ADAL" clId="{65E74274-92DF-413D-AAA9-9B47B4B3AB42}" dt="2026-04-23T16:05:45.088" v="4934" actId="478"/>
          <ac:spMkLst>
            <pc:docMk/>
            <pc:sldMk cId="3622982527" sldId="293"/>
            <ac:spMk id="28" creationId="{4D49DC32-3D42-705B-297C-252CE355EC7A}"/>
          </ac:spMkLst>
        </pc:spChg>
        <pc:spChg chg="add mod">
          <ac:chgData name="Yap, Timothy" userId="619c76e6-b30b-4bdc-971a-80569c887b29" providerId="ADAL" clId="{65E74274-92DF-413D-AAA9-9B47B4B3AB42}" dt="2026-04-23T16:17:41.959" v="5643" actId="20577"/>
          <ac:spMkLst>
            <pc:docMk/>
            <pc:sldMk cId="3622982527" sldId="293"/>
            <ac:spMk id="42" creationId="{78A574E3-C21B-5269-4379-CE3DA8994941}"/>
          </ac:spMkLst>
        </pc:spChg>
        <pc:spChg chg="add mod">
          <ac:chgData name="Yap, Timothy" userId="619c76e6-b30b-4bdc-971a-80569c887b29" providerId="ADAL" clId="{65E74274-92DF-413D-AAA9-9B47B4B3AB42}" dt="2026-04-23T16:30:27.894" v="7137" actId="20577"/>
          <ac:spMkLst>
            <pc:docMk/>
            <pc:sldMk cId="3622982527" sldId="293"/>
            <ac:spMk id="43" creationId="{A4E51C8A-A30A-6709-8BEF-87939A550D5B}"/>
          </ac:spMkLst>
        </pc:sp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7" creationId="{DA5ABFB2-9233-409E-BC51-6CEABE18B294}"/>
          </ac:cxnSpMkLst>
        </pc:cxnChg>
        <pc:cxnChg chg="mod">
          <ac:chgData name="Yap, Timothy" userId="619c76e6-b30b-4bdc-971a-80569c887b29" providerId="ADAL" clId="{65E74274-92DF-413D-AAA9-9B47B4B3AB42}" dt="2026-04-23T16:05:24.247" v="4926" actId="14100"/>
          <ac:cxnSpMkLst>
            <pc:docMk/>
            <pc:sldMk cId="3622982527" sldId="293"/>
            <ac:cxnSpMk id="8" creationId="{EA1919B5-5930-74A6-EB77-B110E15C038A}"/>
          </ac:cxnSpMkLst>
        </pc:cxn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9" creationId="{A5B35FEF-B8C4-82C8-5F73-1AC01EEA81A1}"/>
          </ac:cxnSpMkLst>
        </pc:cxnChg>
        <pc:cxnChg chg="del">
          <ac:chgData name="Yap, Timothy" userId="619c76e6-b30b-4bdc-971a-80569c887b29" providerId="ADAL" clId="{65E74274-92DF-413D-AAA9-9B47B4B3AB42}" dt="2026-04-23T16:05:45.088" v="4934" actId="478"/>
          <ac:cxnSpMkLst>
            <pc:docMk/>
            <pc:sldMk cId="3622982527" sldId="293"/>
            <ac:cxnSpMk id="14" creationId="{5CA868C4-CAC7-D962-CF8F-24D71EFBE411}"/>
          </ac:cxnSpMkLst>
        </pc:cxnChg>
        <pc:cxnChg chg="del">
          <ac:chgData name="Yap, Timothy" userId="619c76e6-b30b-4bdc-971a-80569c887b29" providerId="ADAL" clId="{65E74274-92DF-413D-AAA9-9B47B4B3AB42}" dt="2026-04-23T16:05:45.088" v="4934" actId="478"/>
          <ac:cxnSpMkLst>
            <pc:docMk/>
            <pc:sldMk cId="3622982527" sldId="293"/>
            <ac:cxnSpMk id="15" creationId="{7E9A5D35-8E8D-7A46-6C20-BD9C3E53B2EF}"/>
          </ac:cxnSpMkLst>
        </pc:cxnChg>
        <pc:cxnChg chg="del">
          <ac:chgData name="Yap, Timothy" userId="619c76e6-b30b-4bdc-971a-80569c887b29" providerId="ADAL" clId="{65E74274-92DF-413D-AAA9-9B47B4B3AB42}" dt="2026-04-23T16:05:45.088" v="4934" actId="478"/>
          <ac:cxnSpMkLst>
            <pc:docMk/>
            <pc:sldMk cId="3622982527" sldId="293"/>
            <ac:cxnSpMk id="17" creationId="{5748554A-C938-28F8-487B-FADED7563ECF}"/>
          </ac:cxnSpMkLst>
        </pc:cxnChg>
        <pc:cxnChg chg="mod">
          <ac:chgData name="Yap, Timothy" userId="619c76e6-b30b-4bdc-971a-80569c887b29" providerId="ADAL" clId="{65E74274-92DF-413D-AAA9-9B47B4B3AB42}" dt="2026-04-23T16:04:35.998" v="4904" actId="1076"/>
          <ac:cxnSpMkLst>
            <pc:docMk/>
            <pc:sldMk cId="3622982527" sldId="293"/>
            <ac:cxnSpMk id="19" creationId="{7BC8959A-D0D8-925A-782B-63F63AA85C1C}"/>
          </ac:cxnSpMkLst>
        </pc:cxnChg>
        <pc:cxnChg chg="del mod">
          <ac:chgData name="Yap, Timothy" userId="619c76e6-b30b-4bdc-971a-80569c887b29" providerId="ADAL" clId="{65E74274-92DF-413D-AAA9-9B47B4B3AB42}" dt="2026-04-23T16:06:01.356" v="4936" actId="478"/>
          <ac:cxnSpMkLst>
            <pc:docMk/>
            <pc:sldMk cId="3622982527" sldId="293"/>
            <ac:cxnSpMk id="20" creationId="{A19ACE75-2CD7-B6AE-A2C2-AE320B3E5C53}"/>
          </ac:cxnSpMkLst>
        </pc:cxnChg>
        <pc:cxnChg chg="del">
          <ac:chgData name="Yap, Timothy" userId="619c76e6-b30b-4bdc-971a-80569c887b29" providerId="ADAL" clId="{65E74274-92DF-413D-AAA9-9B47B4B3AB42}" dt="2026-04-23T16:05:45.088" v="4934" actId="478"/>
          <ac:cxnSpMkLst>
            <pc:docMk/>
            <pc:sldMk cId="3622982527" sldId="293"/>
            <ac:cxnSpMk id="21" creationId="{13CE6138-3AD1-C4E5-9B79-2036BE20AFFD}"/>
          </ac:cxnSpMkLst>
        </pc:cxnChg>
        <pc:cxnChg chg="mod">
          <ac:chgData name="Yap, Timothy" userId="619c76e6-b30b-4bdc-971a-80569c887b29" providerId="ADAL" clId="{65E74274-92DF-413D-AAA9-9B47B4B3AB42}" dt="2026-04-23T16:04:54.592" v="4912" actId="1076"/>
          <ac:cxnSpMkLst>
            <pc:docMk/>
            <pc:sldMk cId="3622982527" sldId="293"/>
            <ac:cxnSpMk id="22" creationId="{84C5B649-BAAF-8A95-0EEE-B83D6E71550D}"/>
          </ac:cxnSpMkLst>
        </pc:cxnChg>
        <pc:cxnChg chg="mod">
          <ac:chgData name="Yap, Timothy" userId="619c76e6-b30b-4bdc-971a-80569c887b29" providerId="ADAL" clId="{65E74274-92DF-413D-AAA9-9B47B4B3AB42}" dt="2026-04-23T16:05:27.883" v="4927" actId="14100"/>
          <ac:cxnSpMkLst>
            <pc:docMk/>
            <pc:sldMk cId="3622982527" sldId="293"/>
            <ac:cxnSpMk id="24" creationId="{DD575B60-0D9E-D1D4-E2BA-87C07D4BAD15}"/>
          </ac:cxnSpMkLst>
        </pc:cxnChg>
        <pc:cxnChg chg="del">
          <ac:chgData name="Yap, Timothy" userId="619c76e6-b30b-4bdc-971a-80569c887b29" providerId="ADAL" clId="{65E74274-92DF-413D-AAA9-9B47B4B3AB42}" dt="2026-04-23T16:05:45.088" v="4934" actId="478"/>
          <ac:cxnSpMkLst>
            <pc:docMk/>
            <pc:sldMk cId="3622982527" sldId="293"/>
            <ac:cxnSpMk id="29" creationId="{5E4A0024-AFD7-3E40-6CAD-BA98F42DA131}"/>
          </ac:cxnSpMkLst>
        </pc:cxnChg>
      </pc:sldChg>
      <pc:sldChg chg="addSp modSp new mod">
        <pc:chgData name="Yap, Timothy" userId="619c76e6-b30b-4bdc-971a-80569c887b29" providerId="ADAL" clId="{65E74274-92DF-413D-AAA9-9B47B4B3AB42}" dt="2026-04-23T18:07:18.863" v="11624" actId="1076"/>
        <pc:sldMkLst>
          <pc:docMk/>
          <pc:sldMk cId="3239952598" sldId="294"/>
        </pc:sldMkLst>
        <pc:spChg chg="mod">
          <ac:chgData name="Yap, Timothy" userId="619c76e6-b30b-4bdc-971a-80569c887b29" providerId="ADAL" clId="{65E74274-92DF-413D-AAA9-9B47B4B3AB42}" dt="2026-04-23T16:22:28.716" v="6004" actId="20577"/>
          <ac:spMkLst>
            <pc:docMk/>
            <pc:sldMk cId="3239952598" sldId="294"/>
            <ac:spMk id="2" creationId="{8DAD67F5-8FCE-46DF-AFB5-9AA4135397A9}"/>
          </ac:spMkLst>
        </pc:spChg>
        <pc:spChg chg="mod">
          <ac:chgData name="Yap, Timothy" userId="619c76e6-b30b-4bdc-971a-80569c887b29" providerId="ADAL" clId="{65E74274-92DF-413D-AAA9-9B47B4B3AB42}" dt="2026-04-23T18:06:44.997" v="11597" actId="14100"/>
          <ac:spMkLst>
            <pc:docMk/>
            <pc:sldMk cId="3239952598" sldId="294"/>
            <ac:spMk id="3" creationId="{8637A8EC-EAE4-756D-4494-C20CDB111617}"/>
          </ac:spMkLst>
        </pc:spChg>
        <pc:spChg chg="add mod">
          <ac:chgData name="Yap, Timothy" userId="619c76e6-b30b-4bdc-971a-80569c887b29" providerId="ADAL" clId="{65E74274-92DF-413D-AAA9-9B47B4B3AB42}" dt="2026-04-23T18:06:09.227" v="11547" actId="1076"/>
          <ac:spMkLst>
            <pc:docMk/>
            <pc:sldMk cId="3239952598" sldId="294"/>
            <ac:spMk id="5" creationId="{5A523155-DAA0-4453-96CD-D4A84271C54A}"/>
          </ac:spMkLst>
        </pc:spChg>
        <pc:spChg chg="add mod">
          <ac:chgData name="Yap, Timothy" userId="619c76e6-b30b-4bdc-971a-80569c887b29" providerId="ADAL" clId="{65E74274-92DF-413D-AAA9-9B47B4B3AB42}" dt="2026-04-23T18:07:15.545" v="11623" actId="1076"/>
          <ac:spMkLst>
            <pc:docMk/>
            <pc:sldMk cId="3239952598" sldId="294"/>
            <ac:spMk id="9" creationId="{25325344-C31D-768A-F08B-ECC8CD98FAA5}"/>
          </ac:spMkLst>
        </pc:spChg>
        <pc:picChg chg="add mod">
          <ac:chgData name="Yap, Timothy" userId="619c76e6-b30b-4bdc-971a-80569c887b29" providerId="ADAL" clId="{65E74274-92DF-413D-AAA9-9B47B4B3AB42}" dt="2026-04-23T18:06:10.324" v="11548" actId="1076"/>
          <ac:picMkLst>
            <pc:docMk/>
            <pc:sldMk cId="3239952598" sldId="294"/>
            <ac:picMk id="4" creationId="{114C6A79-3A08-357B-7C54-178D489B1964}"/>
          </ac:picMkLst>
        </pc:picChg>
        <pc:picChg chg="add mod">
          <ac:chgData name="Yap, Timothy" userId="619c76e6-b30b-4bdc-971a-80569c887b29" providerId="ADAL" clId="{65E74274-92DF-413D-AAA9-9B47B4B3AB42}" dt="2026-04-23T18:07:15.545" v="11623" actId="1076"/>
          <ac:picMkLst>
            <pc:docMk/>
            <pc:sldMk cId="3239952598" sldId="294"/>
            <ac:picMk id="6" creationId="{14A3A754-21AB-3969-CA37-B342325A279C}"/>
          </ac:picMkLst>
        </pc:picChg>
        <pc:picChg chg="add mod">
          <ac:chgData name="Yap, Timothy" userId="619c76e6-b30b-4bdc-971a-80569c887b29" providerId="ADAL" clId="{65E74274-92DF-413D-AAA9-9B47B4B3AB42}" dt="2026-04-23T18:07:15.545" v="11623" actId="1076"/>
          <ac:picMkLst>
            <pc:docMk/>
            <pc:sldMk cId="3239952598" sldId="294"/>
            <ac:picMk id="7" creationId="{3C64FE8E-0C7B-FE11-C8B9-7334DEED707F}"/>
          </ac:picMkLst>
        </pc:picChg>
        <pc:picChg chg="add mod">
          <ac:chgData name="Yap, Timothy" userId="619c76e6-b30b-4bdc-971a-80569c887b29" providerId="ADAL" clId="{65E74274-92DF-413D-AAA9-9B47B4B3AB42}" dt="2026-04-23T18:07:18.863" v="11624" actId="1076"/>
          <ac:picMkLst>
            <pc:docMk/>
            <pc:sldMk cId="3239952598" sldId="294"/>
            <ac:picMk id="8" creationId="{735314D4-A850-3845-4612-2389EE79D51A}"/>
          </ac:picMkLst>
        </pc:picChg>
      </pc:sldChg>
      <pc:sldChg chg="modSp new mod">
        <pc:chgData name="Yap, Timothy" userId="619c76e6-b30b-4bdc-971a-80569c887b29" providerId="ADAL" clId="{65E74274-92DF-413D-AAA9-9B47B4B3AB42}" dt="2026-04-23T16:29:56.235" v="7104" actId="20577"/>
        <pc:sldMkLst>
          <pc:docMk/>
          <pc:sldMk cId="3166110455" sldId="295"/>
        </pc:sldMkLst>
        <pc:spChg chg="mod">
          <ac:chgData name="Yap, Timothy" userId="619c76e6-b30b-4bdc-971a-80569c887b29" providerId="ADAL" clId="{65E74274-92DF-413D-AAA9-9B47B4B3AB42}" dt="2026-04-23T16:27:47.167" v="6803" actId="20577"/>
          <ac:spMkLst>
            <pc:docMk/>
            <pc:sldMk cId="3166110455" sldId="295"/>
            <ac:spMk id="2" creationId="{CEFE7221-4A5E-04C6-73FC-67EE2B7C9AEF}"/>
          </ac:spMkLst>
        </pc:spChg>
        <pc:spChg chg="mod">
          <ac:chgData name="Yap, Timothy" userId="619c76e6-b30b-4bdc-971a-80569c887b29" providerId="ADAL" clId="{65E74274-92DF-413D-AAA9-9B47B4B3AB42}" dt="2026-04-23T16:29:56.235" v="7104" actId="20577"/>
          <ac:spMkLst>
            <pc:docMk/>
            <pc:sldMk cId="3166110455" sldId="295"/>
            <ac:spMk id="3" creationId="{8CF81E46-4F6E-8B64-421F-711CEE8B97D6}"/>
          </ac:spMkLst>
        </pc:spChg>
      </pc:sldChg>
      <pc:sldChg chg="modSp new del mod">
        <pc:chgData name="Yap, Timothy" userId="619c76e6-b30b-4bdc-971a-80569c887b29" providerId="ADAL" clId="{65E74274-92DF-413D-AAA9-9B47B4B3AB42}" dt="2026-04-23T16:44:24.275" v="7294" actId="47"/>
        <pc:sldMkLst>
          <pc:docMk/>
          <pc:sldMk cId="1511997292" sldId="296"/>
        </pc:sldMkLst>
        <pc:spChg chg="mod">
          <ac:chgData name="Yap, Timothy" userId="619c76e6-b30b-4bdc-971a-80569c887b29" providerId="ADAL" clId="{65E74274-92DF-413D-AAA9-9B47B4B3AB42}" dt="2026-04-23T16:44:15.329" v="7292" actId="20577"/>
          <ac:spMkLst>
            <pc:docMk/>
            <pc:sldMk cId="1511997292" sldId="296"/>
            <ac:spMk id="2" creationId="{6A288798-C29C-531E-9736-76F79F611389}"/>
          </ac:spMkLst>
        </pc:spChg>
      </pc:sldChg>
      <pc:sldChg chg="new add del">
        <pc:chgData name="Yap, Timothy" userId="619c76e6-b30b-4bdc-971a-80569c887b29" providerId="ADAL" clId="{65E74274-92DF-413D-AAA9-9B47B4B3AB42}" dt="2026-04-23T16:44:00.109" v="7279" actId="680"/>
        <pc:sldMkLst>
          <pc:docMk/>
          <pc:sldMk cId="1731142931" sldId="296"/>
        </pc:sldMkLst>
      </pc:sldChg>
      <pc:sldChg chg="new del">
        <pc:chgData name="Yap, Timothy" userId="619c76e6-b30b-4bdc-971a-80569c887b29" providerId="ADAL" clId="{65E74274-92DF-413D-AAA9-9B47B4B3AB42}" dt="2026-04-23T16:40:57.626" v="7164" actId="47"/>
        <pc:sldMkLst>
          <pc:docMk/>
          <pc:sldMk cId="2198412555" sldId="296"/>
        </pc:sldMkLst>
      </pc:sldChg>
      <pc:sldChg chg="addSp delSp modSp new del mod">
        <pc:chgData name="Yap, Timothy" userId="619c76e6-b30b-4bdc-971a-80569c887b29" providerId="ADAL" clId="{65E74274-92DF-413D-AAA9-9B47B4B3AB42}" dt="2026-04-23T16:43:57.274" v="7277" actId="680"/>
        <pc:sldMkLst>
          <pc:docMk/>
          <pc:sldMk cId="2901392724" sldId="296"/>
        </pc:sldMkLst>
        <pc:spChg chg="mod">
          <ac:chgData name="Yap, Timothy" userId="619c76e6-b30b-4bdc-971a-80569c887b29" providerId="ADAL" clId="{65E74274-92DF-413D-AAA9-9B47B4B3AB42}" dt="2026-04-23T16:43:56.817" v="7276" actId="20577"/>
          <ac:spMkLst>
            <pc:docMk/>
            <pc:sldMk cId="2901392724" sldId="296"/>
            <ac:spMk id="2" creationId="{5D346009-F203-8209-3523-6D376A6CC9FA}"/>
          </ac:spMkLst>
        </pc:spChg>
        <pc:spChg chg="add del">
          <ac:chgData name="Yap, Timothy" userId="619c76e6-b30b-4bdc-971a-80569c887b29" providerId="ADAL" clId="{65E74274-92DF-413D-AAA9-9B47B4B3AB42}" dt="2026-04-23T16:43:56.173" v="7275" actId="478"/>
          <ac:spMkLst>
            <pc:docMk/>
            <pc:sldMk cId="2901392724" sldId="296"/>
            <ac:spMk id="3" creationId="{A9C10B83-02E4-78F9-BE2B-159E8F48DF6F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4" creationId="{7CCA4FEA-F062-D8B2-117A-90586EAF90DD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10" creationId="{91EE12A2-1801-28F6-D311-062FF3D11D34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12" creationId="{42E6AD22-BC20-77A4-CF87-F9B6A4A01406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13" creationId="{2791A3FD-CDAF-24ED-0E16-506AEB35FD09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23" creationId="{CE202B48-4B39-E1ED-CA2A-85CD7D593A30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24" creationId="{497C9D50-AE38-A8A8-539B-B012B59896BF}"/>
          </ac:spMkLst>
        </pc:spChg>
        <pc:spChg chg="mod">
          <ac:chgData name="Yap, Timothy" userId="619c76e6-b30b-4bdc-971a-80569c887b29" providerId="ADAL" clId="{65E74274-92DF-413D-AAA9-9B47B4B3AB42}" dt="2026-04-23T16:43:49.028" v="7264" actId="20577"/>
          <ac:spMkLst>
            <pc:docMk/>
            <pc:sldMk cId="2901392724" sldId="296"/>
            <ac:spMk id="25" creationId="{8DF3344E-0DCA-17CE-85FA-216270795CDA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33" creationId="{A730E6A3-8061-84DA-0938-8E25CAFBF5A1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37" creationId="{42FEF356-140A-0D2F-D528-C25C4D26FB06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39" creationId="{B77664D7-BB52-509A-030B-5456A01BF0DE}"/>
          </ac:spMkLst>
        </pc:spChg>
        <pc:spChg chg="add mod">
          <ac:chgData name="Yap, Timothy" userId="619c76e6-b30b-4bdc-971a-80569c887b29" providerId="ADAL" clId="{65E74274-92DF-413D-AAA9-9B47B4B3AB42}" dt="2026-04-23T16:43:54.757" v="7274" actId="1076"/>
          <ac:spMkLst>
            <pc:docMk/>
            <pc:sldMk cId="2901392724" sldId="296"/>
            <ac:spMk id="40" creationId="{CF77CBCC-4A4B-2F57-C240-8F17369D5DD4}"/>
          </ac:spMkLst>
        </pc:spChg>
      </pc:sldChg>
      <pc:sldChg chg="add del">
        <pc:chgData name="Yap, Timothy" userId="619c76e6-b30b-4bdc-971a-80569c887b29" providerId="ADAL" clId="{65E74274-92DF-413D-AAA9-9B47B4B3AB42}" dt="2026-04-23T16:43:52.550" v="7272"/>
        <pc:sldMkLst>
          <pc:docMk/>
          <pc:sldMk cId="167733541" sldId="297"/>
        </pc:sldMkLst>
      </pc:sldChg>
      <pc:sldChg chg="add del">
        <pc:chgData name="Yap, Timothy" userId="619c76e6-b30b-4bdc-971a-80569c887b29" providerId="ADAL" clId="{65E74274-92DF-413D-AAA9-9B47B4B3AB42}" dt="2026-04-23T16:44:24.275" v="7294" actId="47"/>
        <pc:sldMkLst>
          <pc:docMk/>
          <pc:sldMk cId="3072282826" sldId="297"/>
        </pc:sldMkLst>
      </pc:sldChg>
      <pc:sldChg chg="add del">
        <pc:chgData name="Yap, Timothy" userId="619c76e6-b30b-4bdc-971a-80569c887b29" providerId="ADAL" clId="{65E74274-92DF-413D-AAA9-9B47B4B3AB42}" dt="2026-04-23T16:43:52.550" v="7272"/>
        <pc:sldMkLst>
          <pc:docMk/>
          <pc:sldMk cId="834722945" sldId="298"/>
        </pc:sldMkLst>
      </pc:sldChg>
      <pc:sldChg chg="add">
        <pc:chgData name="Yap, Timothy" userId="619c76e6-b30b-4bdc-971a-80569c887b29" providerId="ADAL" clId="{65E74274-92DF-413D-AAA9-9B47B4B3AB42}" dt="2026-04-23T16:44:17.157" v="7293"/>
        <pc:sldMkLst>
          <pc:docMk/>
          <pc:sldMk cId="3796107432" sldId="298"/>
        </pc:sldMkLst>
      </pc:sldChg>
      <pc:sldChg chg="addSp delSp modSp new mod">
        <pc:chgData name="Yap, Timothy" userId="619c76e6-b30b-4bdc-971a-80569c887b29" providerId="ADAL" clId="{65E74274-92DF-413D-AAA9-9B47B4B3AB42}" dt="2026-04-23T18:08:06.604" v="11653" actId="20577"/>
        <pc:sldMkLst>
          <pc:docMk/>
          <pc:sldMk cId="848554628" sldId="299"/>
        </pc:sldMkLst>
        <pc:spChg chg="mod">
          <ac:chgData name="Yap, Timothy" userId="619c76e6-b30b-4bdc-971a-80569c887b29" providerId="ADAL" clId="{65E74274-92DF-413D-AAA9-9B47B4B3AB42}" dt="2026-04-23T16:45:09.516" v="7378" actId="20577"/>
          <ac:spMkLst>
            <pc:docMk/>
            <pc:sldMk cId="848554628" sldId="299"/>
            <ac:spMk id="2" creationId="{3DBB27DA-20E4-34B7-C99D-0B3A92FB1B24}"/>
          </ac:spMkLst>
        </pc:spChg>
        <pc:spChg chg="mod">
          <ac:chgData name="Yap, Timothy" userId="619c76e6-b30b-4bdc-971a-80569c887b29" providerId="ADAL" clId="{65E74274-92DF-413D-AAA9-9B47B4B3AB42}" dt="2026-04-23T18:08:06.604" v="11653" actId="20577"/>
          <ac:spMkLst>
            <pc:docMk/>
            <pc:sldMk cId="848554628" sldId="299"/>
            <ac:spMk id="3" creationId="{B2A9894C-C8D3-2ACA-BB0D-9E2CA607D3AF}"/>
          </ac:spMkLst>
        </pc:spChg>
        <pc:spChg chg="add del mod">
          <ac:chgData name="Yap, Timothy" userId="619c76e6-b30b-4bdc-971a-80569c887b29" providerId="ADAL" clId="{65E74274-92DF-413D-AAA9-9B47B4B3AB42}" dt="2026-04-23T17:59:10.287" v="11315" actId="478"/>
          <ac:spMkLst>
            <pc:docMk/>
            <pc:sldMk cId="848554628" sldId="299"/>
            <ac:spMk id="4" creationId="{FE17D73F-9ED9-F758-D3B8-64996C78CA2D}"/>
          </ac:spMkLst>
        </pc:spChg>
      </pc:sldChg>
      <pc:sldChg chg="modSp add">
        <pc:chgData name="Yap, Timothy" userId="619c76e6-b30b-4bdc-971a-80569c887b29" providerId="ADAL" clId="{65E74274-92DF-413D-AAA9-9B47B4B3AB42}" dt="2026-04-23T16:47:19.703" v="7811"/>
        <pc:sldMkLst>
          <pc:docMk/>
          <pc:sldMk cId="3594794478" sldId="300"/>
        </pc:sldMkLst>
        <pc:spChg chg="mod">
          <ac:chgData name="Yap, Timothy" userId="619c76e6-b30b-4bdc-971a-80569c887b29" providerId="ADAL" clId="{65E74274-92DF-413D-AAA9-9B47B4B3AB42}" dt="2026-04-23T16:47:19.703" v="7811"/>
          <ac:spMkLst>
            <pc:docMk/>
            <pc:sldMk cId="3594794478" sldId="300"/>
            <ac:spMk id="2" creationId="{C47461AD-DB44-1001-6385-BD193F22FDBA}"/>
          </ac:spMkLst>
        </pc:spChg>
      </pc:sldChg>
      <pc:sldChg chg="addSp delSp modSp add mod modAnim">
        <pc:chgData name="Yap, Timothy" userId="619c76e6-b30b-4bdc-971a-80569c887b29" providerId="ADAL" clId="{65E74274-92DF-413D-AAA9-9B47B4B3AB42}" dt="2026-04-23T18:08:38.370" v="11671" actId="20577"/>
        <pc:sldMkLst>
          <pc:docMk/>
          <pc:sldMk cId="238748212" sldId="301"/>
        </pc:sldMkLst>
        <pc:spChg chg="mod">
          <ac:chgData name="Yap, Timothy" userId="619c76e6-b30b-4bdc-971a-80569c887b29" providerId="ADAL" clId="{65E74274-92DF-413D-AAA9-9B47B4B3AB42}" dt="2026-04-23T16:48:21.307" v="7868" actId="20577"/>
          <ac:spMkLst>
            <pc:docMk/>
            <pc:sldMk cId="238748212" sldId="301"/>
            <ac:spMk id="2" creationId="{43AF9B22-0A37-7509-9C96-6114E2AD7239}"/>
          </ac:spMkLst>
        </pc:spChg>
        <pc:spChg chg="del mod">
          <ac:chgData name="Yap, Timothy" userId="619c76e6-b30b-4bdc-971a-80569c887b29" providerId="ADAL" clId="{65E74274-92DF-413D-AAA9-9B47B4B3AB42}" dt="2026-04-23T16:47:36.766" v="7830" actId="478"/>
          <ac:spMkLst>
            <pc:docMk/>
            <pc:sldMk cId="238748212" sldId="301"/>
            <ac:spMk id="3" creationId="{22765D0A-40FC-ADDE-5B15-29A8DE1AE9F4}"/>
          </ac:spMkLst>
        </pc:spChg>
        <pc:spChg chg="add mod">
          <ac:chgData name="Yap, Timothy" userId="619c76e6-b30b-4bdc-971a-80569c887b29" providerId="ADAL" clId="{65E74274-92DF-413D-AAA9-9B47B4B3AB42}" dt="2026-04-23T16:47:54.230" v="7833" actId="1076"/>
          <ac:spMkLst>
            <pc:docMk/>
            <pc:sldMk cId="238748212" sldId="301"/>
            <ac:spMk id="6" creationId="{010A442D-8B76-217C-C750-3AC4B94F3731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7" creationId="{536149A7-3A40-E2D0-D395-1133EC1A735F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8" creationId="{0DDC422D-231C-0811-8FE6-30DC1BE25C87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0" creationId="{F64A40D9-EFD2-C9DF-88BC-65714A7E2E80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1" creationId="{FA46FAE5-C480-A7E9-7B0B-AF340B0F2DEB}"/>
          </ac:spMkLst>
        </pc:spChg>
        <pc:spChg chg="add mod">
          <ac:chgData name="Yap, Timothy" userId="619c76e6-b30b-4bdc-971a-80569c887b29" providerId="ADAL" clId="{65E74274-92DF-413D-AAA9-9B47B4B3AB42}" dt="2026-04-23T16:47:54.230" v="7833" actId="1076"/>
          <ac:spMkLst>
            <pc:docMk/>
            <pc:sldMk cId="238748212" sldId="301"/>
            <ac:spMk id="13" creationId="{E84B0EC0-98EE-DC89-5992-D01C838F89B4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4" creationId="{C51A6EBA-B027-7160-51E3-9DE20FEB0B69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6" creationId="{91BA530A-0181-B5BC-821E-1221D89CB81E}"/>
          </ac:spMkLst>
        </pc:spChg>
        <pc:spChg chg="add mod">
          <ac:chgData name="Yap, Timothy" userId="619c76e6-b30b-4bdc-971a-80569c887b29" providerId="ADAL" clId="{65E74274-92DF-413D-AAA9-9B47B4B3AB42}" dt="2026-04-23T17:01:47.489" v="8182" actId="20577"/>
          <ac:spMkLst>
            <pc:docMk/>
            <pc:sldMk cId="238748212" sldId="301"/>
            <ac:spMk id="17" creationId="{1A816B0A-9153-E93B-CCB2-2283E3C7211D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8" creationId="{E383B64A-7386-B398-8D62-53FE86F62231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19" creationId="{1D423CC4-DE68-33C2-1F65-B470E105607A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20" creationId="{F6C77EAA-1C4A-28AA-DE38-CCFAA2285464}"/>
          </ac:spMkLst>
        </pc:spChg>
        <pc:spChg chg="add mod">
          <ac:chgData name="Yap, Timothy" userId="619c76e6-b30b-4bdc-971a-80569c887b29" providerId="ADAL" clId="{65E74274-92DF-413D-AAA9-9B47B4B3AB42}" dt="2026-04-23T16:49:42.117" v="7975" actId="20577"/>
          <ac:spMkLst>
            <pc:docMk/>
            <pc:sldMk cId="238748212" sldId="301"/>
            <ac:spMk id="21" creationId="{C5732FA7-C9AA-5A0E-C9EA-21EE55E0DE6A}"/>
          </ac:spMkLst>
        </pc:spChg>
        <pc:spChg chg="add mod">
          <ac:chgData name="Yap, Timothy" userId="619c76e6-b30b-4bdc-971a-80569c887b29" providerId="ADAL" clId="{65E74274-92DF-413D-AAA9-9B47B4B3AB42}" dt="2026-04-23T16:49:47.186" v="7983" actId="20577"/>
          <ac:spMkLst>
            <pc:docMk/>
            <pc:sldMk cId="238748212" sldId="301"/>
            <ac:spMk id="22" creationId="{F7041C53-507B-B55E-8184-9ACFE5D6FEFC}"/>
          </ac:spMkLst>
        </pc:spChg>
        <pc:spChg chg="add mod">
          <ac:chgData name="Yap, Timothy" userId="619c76e6-b30b-4bdc-971a-80569c887b29" providerId="ADAL" clId="{65E74274-92DF-413D-AAA9-9B47B4B3AB42}" dt="2026-04-23T17:04:32.727" v="8384" actId="1076"/>
          <ac:spMkLst>
            <pc:docMk/>
            <pc:sldMk cId="238748212" sldId="301"/>
            <ac:spMk id="23" creationId="{B53BA764-3FFB-15D3-3824-69CF1844899B}"/>
          </ac:spMkLst>
        </pc:spChg>
        <pc:spChg chg="add mod">
          <ac:chgData name="Yap, Timothy" userId="619c76e6-b30b-4bdc-971a-80569c887b29" providerId="ADAL" clId="{65E74274-92DF-413D-AAA9-9B47B4B3AB42}" dt="2026-04-23T18:08:38.370" v="11671" actId="20577"/>
          <ac:spMkLst>
            <pc:docMk/>
            <pc:sldMk cId="238748212" sldId="301"/>
            <ac:spMk id="24" creationId="{DF43FED4-A74B-09A6-046C-C207ABCF4210}"/>
          </ac:spMkLst>
        </pc:spChg>
        <pc:cxnChg chg="add mod">
          <ac:chgData name="Yap, Timothy" userId="619c76e6-b30b-4bdc-971a-80569c887b29" providerId="ADAL" clId="{65E74274-92DF-413D-AAA9-9B47B4B3AB42}" dt="2026-04-23T16:47:54.230" v="7833" actId="1076"/>
          <ac:cxnSpMkLst>
            <pc:docMk/>
            <pc:sldMk cId="238748212" sldId="301"/>
            <ac:cxnSpMk id="5" creationId="{B37218C7-604E-31D0-7A59-EF381D3A34E0}"/>
          </ac:cxnSpMkLst>
        </pc:cxnChg>
      </pc:sldChg>
      <pc:sldChg chg="addSp modSp new mod">
        <pc:chgData name="Yap, Timothy" userId="619c76e6-b30b-4bdc-971a-80569c887b29" providerId="ADAL" clId="{65E74274-92DF-413D-AAA9-9B47B4B3AB42}" dt="2026-04-23T17:18:24.587" v="9851" actId="20577"/>
        <pc:sldMkLst>
          <pc:docMk/>
          <pc:sldMk cId="1557875639" sldId="302"/>
        </pc:sldMkLst>
        <pc:spChg chg="mod">
          <ac:chgData name="Yap, Timothy" userId="619c76e6-b30b-4bdc-971a-80569c887b29" providerId="ADAL" clId="{65E74274-92DF-413D-AAA9-9B47B4B3AB42}" dt="2026-04-23T17:18:24.587" v="9851" actId="20577"/>
          <ac:spMkLst>
            <pc:docMk/>
            <pc:sldMk cId="1557875639" sldId="302"/>
            <ac:spMk id="2" creationId="{C84707E8-42A8-465E-D99F-00AC5A72DD49}"/>
          </ac:spMkLst>
        </pc:spChg>
        <pc:spChg chg="mod">
          <ac:chgData name="Yap, Timothy" userId="619c76e6-b30b-4bdc-971a-80569c887b29" providerId="ADAL" clId="{65E74274-92DF-413D-AAA9-9B47B4B3AB42}" dt="2026-04-23T17:06:58.262" v="8643" actId="20577"/>
          <ac:spMkLst>
            <pc:docMk/>
            <pc:sldMk cId="1557875639" sldId="302"/>
            <ac:spMk id="3" creationId="{8B22422A-012A-6E85-F225-787108B04F98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6" creationId="{E3D6168A-2ACB-4C7C-E0B3-863661BA1494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7" creationId="{EB13100E-FBA8-3494-5182-B553D6DC43E2}"/>
          </ac:spMkLst>
        </pc:spChg>
        <pc:spChg chg="add mod">
          <ac:chgData name="Yap, Timothy" userId="619c76e6-b30b-4bdc-971a-80569c887b29" providerId="ADAL" clId="{65E74274-92DF-413D-AAA9-9B47B4B3AB42}" dt="2026-04-23T17:03:17.239" v="8235" actId="164"/>
          <ac:spMkLst>
            <pc:docMk/>
            <pc:sldMk cId="1557875639" sldId="302"/>
            <ac:spMk id="8" creationId="{85C5FC7D-777E-83FB-204E-2FA18C90DC24}"/>
          </ac:spMkLst>
        </pc:spChg>
        <pc:grpChg chg="add mod">
          <ac:chgData name="Yap, Timothy" userId="619c76e6-b30b-4bdc-971a-80569c887b29" providerId="ADAL" clId="{65E74274-92DF-413D-AAA9-9B47B4B3AB42}" dt="2026-04-23T17:05:28.116" v="8488" actId="1076"/>
          <ac:grpSpMkLst>
            <pc:docMk/>
            <pc:sldMk cId="1557875639" sldId="302"/>
            <ac:grpSpMk id="9" creationId="{3518735F-DA2E-6975-0291-993EC75135EE}"/>
          </ac:grpSpMkLst>
        </pc:grpChg>
        <pc:picChg chg="add mod">
          <ac:chgData name="Yap, Timothy" userId="619c76e6-b30b-4bdc-971a-80569c887b29" providerId="ADAL" clId="{65E74274-92DF-413D-AAA9-9B47B4B3AB42}" dt="2026-04-23T17:03:17.239" v="8235" actId="164"/>
          <ac:picMkLst>
            <pc:docMk/>
            <pc:sldMk cId="1557875639" sldId="302"/>
            <ac:picMk id="5" creationId="{830F75ED-4262-B24B-730E-D2C2DD1577CD}"/>
          </ac:picMkLst>
        </pc:picChg>
      </pc:sldChg>
      <pc:sldChg chg="modSp new mod">
        <pc:chgData name="Yap, Timothy" userId="619c76e6-b30b-4bdc-971a-80569c887b29" providerId="ADAL" clId="{65E74274-92DF-413D-AAA9-9B47B4B3AB42}" dt="2026-04-23T18:09:09.816" v="11676" actId="5793"/>
        <pc:sldMkLst>
          <pc:docMk/>
          <pc:sldMk cId="1265539768" sldId="303"/>
        </pc:sldMkLst>
        <pc:spChg chg="mod">
          <ac:chgData name="Yap, Timothy" userId="619c76e6-b30b-4bdc-971a-80569c887b29" providerId="ADAL" clId="{65E74274-92DF-413D-AAA9-9B47B4B3AB42}" dt="2026-04-23T17:18:29.745" v="9854" actId="20577"/>
          <ac:spMkLst>
            <pc:docMk/>
            <pc:sldMk cId="1265539768" sldId="303"/>
            <ac:spMk id="2" creationId="{B2F93ABF-AA6E-7E26-865E-A3C4AE65A5C8}"/>
          </ac:spMkLst>
        </pc:spChg>
        <pc:spChg chg="mod">
          <ac:chgData name="Yap, Timothy" userId="619c76e6-b30b-4bdc-971a-80569c887b29" providerId="ADAL" clId="{65E74274-92DF-413D-AAA9-9B47B4B3AB42}" dt="2026-04-23T18:09:09.816" v="11676" actId="5793"/>
          <ac:spMkLst>
            <pc:docMk/>
            <pc:sldMk cId="1265539768" sldId="303"/>
            <ac:spMk id="3" creationId="{65DB815C-CF12-9307-DDDD-2025CD5D54FD}"/>
          </ac:spMkLst>
        </pc:spChg>
      </pc:sldChg>
      <pc:sldChg chg="modSp new mod">
        <pc:chgData name="Yap, Timothy" userId="619c76e6-b30b-4bdc-971a-80569c887b29" providerId="ADAL" clId="{65E74274-92DF-413D-AAA9-9B47B4B3AB42}" dt="2026-04-23T17:18:32.656" v="9857" actId="20577"/>
        <pc:sldMkLst>
          <pc:docMk/>
          <pc:sldMk cId="269643229" sldId="304"/>
        </pc:sldMkLst>
        <pc:spChg chg="mod">
          <ac:chgData name="Yap, Timothy" userId="619c76e6-b30b-4bdc-971a-80569c887b29" providerId="ADAL" clId="{65E74274-92DF-413D-AAA9-9B47B4B3AB42}" dt="2026-04-23T17:18:32.656" v="9857" actId="20577"/>
          <ac:spMkLst>
            <pc:docMk/>
            <pc:sldMk cId="269643229" sldId="304"/>
            <ac:spMk id="2" creationId="{CDE6426C-D90B-A911-5610-B3A80FC3F34F}"/>
          </ac:spMkLst>
        </pc:spChg>
        <pc:spChg chg="mod">
          <ac:chgData name="Yap, Timothy" userId="619c76e6-b30b-4bdc-971a-80569c887b29" providerId="ADAL" clId="{65E74274-92DF-413D-AAA9-9B47B4B3AB42}" dt="2026-04-23T17:16:46.995" v="9722" actId="20577"/>
          <ac:spMkLst>
            <pc:docMk/>
            <pc:sldMk cId="269643229" sldId="304"/>
            <ac:spMk id="3" creationId="{EC3C8A18-401F-C859-F61E-80D75EE1F6AD}"/>
          </ac:spMkLst>
        </pc:spChg>
      </pc:sldChg>
      <pc:sldChg chg="addSp modSp new mod">
        <pc:chgData name="Yap, Timothy" userId="619c76e6-b30b-4bdc-971a-80569c887b29" providerId="ADAL" clId="{65E74274-92DF-413D-AAA9-9B47B4B3AB42}" dt="2026-04-23T17:58:05.125" v="11296" actId="20577"/>
        <pc:sldMkLst>
          <pc:docMk/>
          <pc:sldMk cId="2844745599" sldId="305"/>
        </pc:sldMkLst>
        <pc:spChg chg="mod">
          <ac:chgData name="Yap, Timothy" userId="619c76e6-b30b-4bdc-971a-80569c887b29" providerId="ADAL" clId="{65E74274-92DF-413D-AAA9-9B47B4B3AB42}" dt="2026-04-23T17:18:36.888" v="9860" actId="20577"/>
          <ac:spMkLst>
            <pc:docMk/>
            <pc:sldMk cId="2844745599" sldId="305"/>
            <ac:spMk id="2" creationId="{57C7CD1D-BE4F-41DC-6993-A8A033A29E3C}"/>
          </ac:spMkLst>
        </pc:spChg>
        <pc:spChg chg="mod">
          <ac:chgData name="Yap, Timothy" userId="619c76e6-b30b-4bdc-971a-80569c887b29" providerId="ADAL" clId="{65E74274-92DF-413D-AAA9-9B47B4B3AB42}" dt="2026-04-23T17:26:17.020" v="10217" actId="14100"/>
          <ac:spMkLst>
            <pc:docMk/>
            <pc:sldMk cId="2844745599" sldId="305"/>
            <ac:spMk id="3" creationId="{ABC78A53-02FC-DAD3-2E21-DFD401B8FE89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7" creationId="{3D3010CA-07F1-3CAA-2FF7-023E6B2BCDAD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8" creationId="{18D72AB2-2DF6-62A7-6337-986D05595A6A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11" creationId="{6FF25AD0-DED5-012A-665D-83645D6E727D}"/>
          </ac:spMkLst>
        </pc:spChg>
        <pc:spChg chg="add mod">
          <ac:chgData name="Yap, Timothy" userId="619c76e6-b30b-4bdc-971a-80569c887b29" providerId="ADAL" clId="{65E74274-92DF-413D-AAA9-9B47B4B3AB42}" dt="2026-04-23T17:18:50.993" v="9862"/>
          <ac:spMkLst>
            <pc:docMk/>
            <pc:sldMk cId="2844745599" sldId="305"/>
            <ac:spMk id="13" creationId="{858B73E5-EA1D-9F04-EE2C-34E51395FFF6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17" creationId="{5493DC70-7852-45A4-225F-4143E0387BD5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18" creationId="{A43C5690-E7E7-3135-6847-81DAD0759A86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21" creationId="{2F5FF963-7C4D-C2C7-55C9-CD18883273A5}"/>
          </ac:spMkLst>
        </pc:spChg>
        <pc:spChg chg="add mod">
          <ac:chgData name="Yap, Timothy" userId="619c76e6-b30b-4bdc-971a-80569c887b29" providerId="ADAL" clId="{65E74274-92DF-413D-AAA9-9B47B4B3AB42}" dt="2026-04-23T17:20:08.147" v="10030" actId="1076"/>
          <ac:spMkLst>
            <pc:docMk/>
            <pc:sldMk cId="2844745599" sldId="305"/>
            <ac:spMk id="23" creationId="{B81825EC-206B-0F9C-FDD3-93812167E2E5}"/>
          </ac:spMkLst>
        </pc:spChg>
        <pc:spChg chg="add">
          <ac:chgData name="Yap, Timothy" userId="619c76e6-b30b-4bdc-971a-80569c887b29" providerId="ADAL" clId="{65E74274-92DF-413D-AAA9-9B47B4B3AB42}" dt="2026-04-23T17:20:13.294" v="10031" actId="11529"/>
          <ac:spMkLst>
            <pc:docMk/>
            <pc:sldMk cId="2844745599" sldId="305"/>
            <ac:spMk id="25" creationId="{7CAE5A1C-9EBB-6AC2-B4AF-6BE2E4002F79}"/>
          </ac:spMkLst>
        </pc:spChg>
        <pc:spChg chg="add mod">
          <ac:chgData name="Yap, Timothy" userId="619c76e6-b30b-4bdc-971a-80569c887b29" providerId="ADAL" clId="{65E74274-92DF-413D-AAA9-9B47B4B3AB42}" dt="2026-04-23T17:58:05.125" v="11296" actId="20577"/>
          <ac:spMkLst>
            <pc:docMk/>
            <pc:sldMk cId="2844745599" sldId="305"/>
            <ac:spMk id="26" creationId="{FB4168C1-D8E0-4EE1-52E4-DF22F47246FE}"/>
          </ac:spMkLst>
        </pc:sp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4" creationId="{CEEA7107-FAC8-ED17-1B6E-5CE18CD19A18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5" creationId="{F9E1642B-650E-B0CF-991C-6EDD0C08CA8C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6" creationId="{77073CD6-1DE7-9147-AE15-6F5895188314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9" creationId="{7A5305BC-450F-520D-080A-5EB9D9D9A4D1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10" creationId="{23077ABE-7FEE-A11E-6CD4-21D3B01C8396}"/>
          </ac:cxnSpMkLst>
        </pc:cxnChg>
        <pc:cxnChg chg="add mod">
          <ac:chgData name="Yap, Timothy" userId="619c76e6-b30b-4bdc-971a-80569c887b29" providerId="ADAL" clId="{65E74274-92DF-413D-AAA9-9B47B4B3AB42}" dt="2026-04-23T17:18:50.993" v="9862"/>
          <ac:cxnSpMkLst>
            <pc:docMk/>
            <pc:sldMk cId="2844745599" sldId="305"/>
            <ac:cxnSpMk id="12" creationId="{E5EB1DA5-76AD-DBB0-6687-AF0FFC90F693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4" creationId="{9A41B232-2FEE-7A76-AD47-27EA42732509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5" creationId="{671EC1CA-FF3E-8F2E-C94D-E50CAFAB1A82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6" creationId="{E4764171-5A79-E88A-8517-3A67E4660EF3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19" creationId="{B218D2CB-922B-7348-7EFE-F4D52AADC330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20" creationId="{E410E8BF-64F9-7F8F-041E-07E263675048}"/>
          </ac:cxnSpMkLst>
        </pc:cxnChg>
        <pc:cxnChg chg="add mod">
          <ac:chgData name="Yap, Timothy" userId="619c76e6-b30b-4bdc-971a-80569c887b29" providerId="ADAL" clId="{65E74274-92DF-413D-AAA9-9B47B4B3AB42}" dt="2026-04-23T17:20:08.147" v="10030" actId="1076"/>
          <ac:cxnSpMkLst>
            <pc:docMk/>
            <pc:sldMk cId="2844745599" sldId="305"/>
            <ac:cxnSpMk id="22" creationId="{2C7A86B4-C879-5AB9-5853-9ECAC61279C7}"/>
          </ac:cxnSpMkLst>
        </pc:cxnChg>
      </pc:sldChg>
      <pc:sldChg chg="modSp new mod">
        <pc:chgData name="Yap, Timothy" userId="619c76e6-b30b-4bdc-971a-80569c887b29" providerId="ADAL" clId="{65E74274-92DF-413D-AAA9-9B47B4B3AB42}" dt="2026-04-23T17:41:23.007" v="10765" actId="20577"/>
        <pc:sldMkLst>
          <pc:docMk/>
          <pc:sldMk cId="757072078" sldId="306"/>
        </pc:sldMkLst>
        <pc:spChg chg="mod">
          <ac:chgData name="Yap, Timothy" userId="619c76e6-b30b-4bdc-971a-80569c887b29" providerId="ADAL" clId="{65E74274-92DF-413D-AAA9-9B47B4B3AB42}" dt="2026-04-23T17:26:43.535" v="10242" actId="20577"/>
          <ac:spMkLst>
            <pc:docMk/>
            <pc:sldMk cId="757072078" sldId="306"/>
            <ac:spMk id="2" creationId="{87D999D1-0937-47B3-2AEE-7320F8912E8B}"/>
          </ac:spMkLst>
        </pc:spChg>
        <pc:spChg chg="mod">
          <ac:chgData name="Yap, Timothy" userId="619c76e6-b30b-4bdc-971a-80569c887b29" providerId="ADAL" clId="{65E74274-92DF-413D-AAA9-9B47B4B3AB42}" dt="2026-04-23T17:41:23.007" v="10765" actId="20577"/>
          <ac:spMkLst>
            <pc:docMk/>
            <pc:sldMk cId="757072078" sldId="306"/>
            <ac:spMk id="3" creationId="{FD8F04D5-79B5-187D-0DE2-4385F731DB2E}"/>
          </ac:spMkLst>
        </pc:spChg>
      </pc:sldChg>
      <pc:sldChg chg="modSp new mod">
        <pc:chgData name="Yap, Timothy" userId="619c76e6-b30b-4bdc-971a-80569c887b29" providerId="ADAL" clId="{65E74274-92DF-413D-AAA9-9B47B4B3AB42}" dt="2026-04-23T17:26:49.685" v="10254" actId="20577"/>
        <pc:sldMkLst>
          <pc:docMk/>
          <pc:sldMk cId="3835279118" sldId="307"/>
        </pc:sldMkLst>
        <pc:spChg chg="mod">
          <ac:chgData name="Yap, Timothy" userId="619c76e6-b30b-4bdc-971a-80569c887b29" providerId="ADAL" clId="{65E74274-92DF-413D-AAA9-9B47B4B3AB42}" dt="2026-04-23T17:26:49.685" v="10254" actId="20577"/>
          <ac:spMkLst>
            <pc:docMk/>
            <pc:sldMk cId="3835279118" sldId="307"/>
            <ac:spMk id="2" creationId="{246C9B02-EA03-EB0E-3E37-BAF15FCFE0B6}"/>
          </ac:spMkLst>
        </pc:spChg>
      </pc:sldChg>
      <pc:sldChg chg="modSp new mod">
        <pc:chgData name="Yap, Timothy" userId="619c76e6-b30b-4bdc-971a-80569c887b29" providerId="ADAL" clId="{65E74274-92DF-413D-AAA9-9B47B4B3AB42}" dt="2026-04-23T17:52:18.492" v="11129" actId="20577"/>
        <pc:sldMkLst>
          <pc:docMk/>
          <pc:sldMk cId="3667577614" sldId="308"/>
        </pc:sldMkLst>
        <pc:spChg chg="mod">
          <ac:chgData name="Yap, Timothy" userId="619c76e6-b30b-4bdc-971a-80569c887b29" providerId="ADAL" clId="{65E74274-92DF-413D-AAA9-9B47B4B3AB42}" dt="2026-04-23T17:42:08.164" v="10779" actId="20577"/>
          <ac:spMkLst>
            <pc:docMk/>
            <pc:sldMk cId="3667577614" sldId="308"/>
            <ac:spMk id="2" creationId="{1F8F26E9-0F4E-E00D-5746-D00F6524AAF0}"/>
          </ac:spMkLst>
        </pc:spChg>
        <pc:spChg chg="mod">
          <ac:chgData name="Yap, Timothy" userId="619c76e6-b30b-4bdc-971a-80569c887b29" providerId="ADAL" clId="{65E74274-92DF-413D-AAA9-9B47B4B3AB42}" dt="2026-04-23T17:52:18.492" v="11129" actId="20577"/>
          <ac:spMkLst>
            <pc:docMk/>
            <pc:sldMk cId="3667577614" sldId="308"/>
            <ac:spMk id="3" creationId="{F1D32CA0-2EEA-98B9-41E3-9A02AE93DF6B}"/>
          </ac:spMkLst>
        </pc:spChg>
      </pc:sldChg>
      <pc:sldChg chg="addSp delSp modSp new mod">
        <pc:chgData name="Yap, Timothy" userId="619c76e6-b30b-4bdc-971a-80569c887b29" providerId="ADAL" clId="{65E74274-92DF-413D-AAA9-9B47B4B3AB42}" dt="2026-04-23T18:05:32.156" v="11513" actId="20577"/>
        <pc:sldMkLst>
          <pc:docMk/>
          <pc:sldMk cId="666306790" sldId="309"/>
        </pc:sldMkLst>
        <pc:spChg chg="mod">
          <ac:chgData name="Yap, Timothy" userId="619c76e6-b30b-4bdc-971a-80569c887b29" providerId="ADAL" clId="{65E74274-92DF-413D-AAA9-9B47B4B3AB42}" dt="2026-04-23T18:05:32.156" v="11513" actId="20577"/>
          <ac:spMkLst>
            <pc:docMk/>
            <pc:sldMk cId="666306790" sldId="309"/>
            <ac:spMk id="2" creationId="{9A7A5E18-91E1-4D97-E1FB-93793F8802CE}"/>
          </ac:spMkLst>
        </pc:spChg>
        <pc:spChg chg="del">
          <ac:chgData name="Yap, Timothy" userId="619c76e6-b30b-4bdc-971a-80569c887b29" providerId="ADAL" clId="{65E74274-92DF-413D-AAA9-9B47B4B3AB42}" dt="2026-04-23T17:54:37.856" v="11175" actId="478"/>
          <ac:spMkLst>
            <pc:docMk/>
            <pc:sldMk cId="666306790" sldId="309"/>
            <ac:spMk id="3" creationId="{AA39F5C9-71D3-F343-78E9-F60F3EB29902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5" creationId="{E5C9F3A6-501D-8CD5-DA6F-27D95706ED2E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6" creationId="{808F6AED-6D71-2C48-EE79-469433D0B3CB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7" creationId="{BDF14205-9612-E569-9DE0-7EA2B0E30C52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8" creationId="{E6F38C94-9312-DA05-986B-E4BDEFF54DC5}"/>
          </ac:spMkLst>
        </pc:spChg>
        <pc:spChg chg="add mod">
          <ac:chgData name="Yap, Timothy" userId="619c76e6-b30b-4bdc-971a-80569c887b29" providerId="ADAL" clId="{65E74274-92DF-413D-AAA9-9B47B4B3AB42}" dt="2026-04-23T17:54:38.123" v="11176"/>
          <ac:spMkLst>
            <pc:docMk/>
            <pc:sldMk cId="666306790" sldId="309"/>
            <ac:spMk id="9" creationId="{E37684F1-4C09-7B1B-25F2-6F0999E8799E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0" creationId="{EF5DAC30-CDC5-2770-30F5-D49BCB2A1B87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2" creationId="{F06C1908-7E5F-734E-0944-06BE429CD2AA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3" creationId="{FD4073E7-44B3-D922-6436-62EF80ECC0E9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4" creationId="{AA35B745-8317-7CDA-B5A6-B22D3006B679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5" creationId="{4B5E504E-50FF-49DB-ABA0-486303BFF168}"/>
          </ac:spMkLst>
        </pc:spChg>
        <pc:spChg chg="add del mod">
          <ac:chgData name="Yap, Timothy" userId="619c76e6-b30b-4bdc-971a-80569c887b29" providerId="ADAL" clId="{65E74274-92DF-413D-AAA9-9B47B4B3AB42}" dt="2026-04-23T18:00:23.758" v="11387" actId="478"/>
          <ac:spMkLst>
            <pc:docMk/>
            <pc:sldMk cId="666306790" sldId="309"/>
            <ac:spMk id="16" creationId="{3A93FDE6-662B-8D8C-ED71-8AE811213BCB}"/>
          </ac:spMkLst>
        </pc:spChg>
        <pc:spChg chg="add mod">
          <ac:chgData name="Yap, Timothy" userId="619c76e6-b30b-4bdc-971a-80569c887b29" providerId="ADAL" clId="{65E74274-92DF-413D-AAA9-9B47B4B3AB42}" dt="2026-04-23T18:02:58.742" v="11479" actId="20577"/>
          <ac:spMkLst>
            <pc:docMk/>
            <pc:sldMk cId="666306790" sldId="309"/>
            <ac:spMk id="18" creationId="{AA5A2CFD-8D86-BEE4-05A2-7A216A4B1ECF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19" creationId="{8BC716E1-8B78-7C19-8E99-8500D2BD9955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0" creationId="{C451D3AC-1598-D82E-924D-5D25E91DAE3D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1" creationId="{E91848FE-0623-6591-1F89-87E2A219CEF0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2" creationId="{9E510BA8-3754-99F8-EC2D-6A8A94EB85D6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3" creationId="{F01D4311-1DCA-0CB1-252E-F2F7D7A07CF1}"/>
          </ac:spMkLst>
        </pc:spChg>
        <pc:spChg chg="add mod">
          <ac:chgData name="Yap, Timothy" userId="619c76e6-b30b-4bdc-971a-80569c887b29" providerId="ADAL" clId="{65E74274-92DF-413D-AAA9-9B47B4B3AB42}" dt="2026-04-23T18:00:26.321" v="11389" actId="1076"/>
          <ac:spMkLst>
            <pc:docMk/>
            <pc:sldMk cId="666306790" sldId="309"/>
            <ac:spMk id="26" creationId="{31B63910-C3BD-EC9B-3F64-1BE945E6C6B9}"/>
          </ac:spMkLst>
        </pc:spChg>
        <pc:graphicFrameChg chg="add mod">
          <ac:chgData name="Yap, Timothy" userId="619c76e6-b30b-4bdc-971a-80569c887b29" providerId="ADAL" clId="{65E74274-92DF-413D-AAA9-9B47B4B3AB42}" dt="2026-04-23T18:03:24.328" v="11504" actId="20577"/>
          <ac:graphicFrameMkLst>
            <pc:docMk/>
            <pc:sldMk cId="666306790" sldId="309"/>
            <ac:graphicFrameMk id="27" creationId="{C8EAD3BD-4C48-11DE-41D2-7BA52CD3D3DA}"/>
          </ac:graphicFrameMkLst>
        </pc:graphicFrameChg>
        <pc:picChg chg="add mod">
          <ac:chgData name="Yap, Timothy" userId="619c76e6-b30b-4bdc-971a-80569c887b29" providerId="ADAL" clId="{65E74274-92DF-413D-AAA9-9B47B4B3AB42}" dt="2026-04-23T18:00:26.321" v="11389" actId="1076"/>
          <ac:picMkLst>
            <pc:docMk/>
            <pc:sldMk cId="666306790" sldId="309"/>
            <ac:picMk id="17" creationId="{5626DE9A-F6CC-491E-9868-6B487CD8360A}"/>
          </ac:picMkLst>
        </pc:picChg>
        <pc:cxnChg chg="add mod">
          <ac:chgData name="Yap, Timothy" userId="619c76e6-b30b-4bdc-971a-80569c887b29" providerId="ADAL" clId="{65E74274-92DF-413D-AAA9-9B47B4B3AB42}" dt="2026-04-23T18:00:26.321" v="11389" actId="1076"/>
          <ac:cxnSpMkLst>
            <pc:docMk/>
            <pc:sldMk cId="666306790" sldId="309"/>
            <ac:cxnSpMk id="24" creationId="{C27CAC4E-08DB-920F-D6EC-7814291B21B0}"/>
          </ac:cxnSpMkLst>
        </pc:cxnChg>
        <pc:cxnChg chg="add mod">
          <ac:chgData name="Yap, Timothy" userId="619c76e6-b30b-4bdc-971a-80569c887b29" providerId="ADAL" clId="{65E74274-92DF-413D-AAA9-9B47B4B3AB42}" dt="2026-04-23T18:00:26.321" v="11389" actId="1076"/>
          <ac:cxnSpMkLst>
            <pc:docMk/>
            <pc:sldMk cId="666306790" sldId="309"/>
            <ac:cxnSpMk id="25" creationId="{7AEBD75A-C2EB-D23D-61AE-9C6861F63D5C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texas-my.sharepoint.com/personal/tsy242_eid_utexas_edu/Documents/Documents/coding/o2Xiaofengcalib/20260327_10mM%20BAPO_15mM%20TPE_UV329_30TMPTA_in%20PEA%20_2X_circle/0mM%20329/modelfu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Dosage</a:t>
            </a:r>
            <a:r>
              <a:rPr lang="en-US" baseline="0" dirty="0"/>
              <a:t> C for</a:t>
            </a:r>
            <a:r>
              <a:rPr lang="en-US" dirty="0"/>
              <a:t> 0mM_329 </a:t>
            </a:r>
          </a:p>
        </c:rich>
      </c:tx>
      <c:layout>
        <c:manualLayout>
          <c:xMode val="edge"/>
          <c:yMode val="edge"/>
          <c:x val="0.29811391202547766"/>
          <c:y val="2.30006092962305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384093736981358"/>
                  <c:y val="0.23731221451366907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b1dataFIT!$C$1:$C$8</c:f>
                <c:numCache>
                  <c:formatCode>General</c:formatCode>
                  <c:ptCount val="8"/>
                  <c:pt idx="0">
                    <c:v>2</c:v>
                  </c:pt>
                  <c:pt idx="1">
                    <c:v>2</c:v>
                  </c:pt>
                  <c:pt idx="2">
                    <c:v>3</c:v>
                  </c:pt>
                  <c:pt idx="3">
                    <c:v>3</c:v>
                  </c:pt>
                  <c:pt idx="4">
                    <c:v>4</c:v>
                  </c:pt>
                  <c:pt idx="5">
                    <c:v>4</c:v>
                  </c:pt>
                  <c:pt idx="6">
                    <c:v>5</c:v>
                  </c:pt>
                  <c:pt idx="7">
                    <c:v>5</c:v>
                  </c:pt>
                </c:numCache>
              </c:numRef>
            </c:plus>
            <c:minus>
              <c:numRef>
                <c:f>b1dataFIT!$C$1:$C$8</c:f>
                <c:numCache>
                  <c:formatCode>General</c:formatCode>
                  <c:ptCount val="8"/>
                  <c:pt idx="0">
                    <c:v>2</c:v>
                  </c:pt>
                  <c:pt idx="1">
                    <c:v>2</c:v>
                  </c:pt>
                  <c:pt idx="2">
                    <c:v>3</c:v>
                  </c:pt>
                  <c:pt idx="3">
                    <c:v>3</c:v>
                  </c:pt>
                  <c:pt idx="4">
                    <c:v>4</c:v>
                  </c:pt>
                  <c:pt idx="5">
                    <c:v>4</c:v>
                  </c:pt>
                  <c:pt idx="6">
                    <c:v>5</c:v>
                  </c:pt>
                  <c:pt idx="7">
                    <c:v>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b1dataFIT!$A$1:$A$34</c:f>
              <c:numCache>
                <c:formatCode>General</c:formatCode>
                <c:ptCount val="34"/>
                <c:pt idx="0">
                  <c:v>10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25</c:v>
                </c:pt>
                <c:pt idx="7">
                  <c:v>25</c:v>
                </c:pt>
              </c:numCache>
            </c:numRef>
          </c:xVal>
          <c:yVal>
            <c:numRef>
              <c:f>b1dataFIT!$B$1:$B$34</c:f>
              <c:numCache>
                <c:formatCode>General</c:formatCode>
                <c:ptCount val="34"/>
                <c:pt idx="0">
                  <c:v>17.237720697442001</c:v>
                </c:pt>
                <c:pt idx="1">
                  <c:v>16.6513741464295</c:v>
                </c:pt>
                <c:pt idx="2">
                  <c:v>17.1760513289654</c:v>
                </c:pt>
                <c:pt idx="3">
                  <c:v>17.240214589659399</c:v>
                </c:pt>
                <c:pt idx="4">
                  <c:v>21.714383927915701</c:v>
                </c:pt>
                <c:pt idx="5">
                  <c:v>20.538571578106598</c:v>
                </c:pt>
                <c:pt idx="6">
                  <c:v>19.263629322856701</c:v>
                </c:pt>
                <c:pt idx="7">
                  <c:v>20.095731194639502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EDF-432A-A1D0-B647ADE2C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6386736"/>
        <c:axId val="956381936"/>
      </c:scatterChart>
      <c:valAx>
        <c:axId val="956386736"/>
        <c:scaling>
          <c:orientation val="minMax"/>
          <c:min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Intensity (mW/cm2)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381936"/>
        <c:crosses val="autoZero"/>
        <c:crossBetween val="midCat"/>
      </c:valAx>
      <c:valAx>
        <c:axId val="956381936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 (</a:t>
                </a:r>
                <a:r>
                  <a:rPr lang="en-US" dirty="0" err="1"/>
                  <a:t>mJ</a:t>
                </a:r>
                <a:r>
                  <a:rPr lang="en-US" dirty="0"/>
                  <a:t>/cm2)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386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B7BC-8A45-AD7F-24B2-37FE9DDE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63581-BC66-A7FE-7A46-BE975238D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2DFCD-55A0-C1F8-52DF-24D9E2A6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C5D1-577A-A9C4-F490-49B564BA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D013-5919-4750-A11A-07A94D59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703F-119E-A31B-A646-2E5EE7D2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C141-F2B7-BC79-E81B-836EB1E7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2ECB-1B67-EBE3-6C57-BA01C329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74992-A1D8-3386-E771-16DC4227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C1303-324A-9F93-512D-703A01E3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5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3839-2958-B3BC-E613-37634308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3127-0913-BD14-7C2A-799EB33BC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F6CC3-0AFA-D5D3-E9A4-6616B127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6212-7607-5C4C-194D-DCCB1472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892A-28A2-54AE-09C1-5B1367C2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6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89E1-0431-A388-045F-9E5D5184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D77A-43FA-1B30-8C9D-1209A9F86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D8F5C-F778-6A2F-CB06-BE99A9A8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599BE-552C-124C-F4D9-67D938A9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69A1-EB7E-07DA-07B8-DBAAC1DD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02ACC-E3C8-D63A-7999-0CDFC27F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1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21A3-8025-FC8F-4416-0280A49C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493E3-39A1-A601-E973-691F6F0C5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9E896-87E0-E88F-3744-858DC557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0CA19-B3CF-9D47-30CE-6536E80A4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8781E-F07D-7B00-D654-79C21A579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BD7BC-2F89-7D3C-4404-8A38D517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E7011-7596-4835-F762-FA9CC36E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1635F-4CF1-1663-1AE4-31115278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1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A3B0-72B4-2276-8D8C-12DBA751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8479D-E5E5-3CBE-506D-B638D98C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90388-4E15-D689-AFF3-3E6D0B54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DDDB0-1A66-7CDB-CE26-343EFDE3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63FD9-E1CB-B1AD-BCA4-A8F5B6FC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6C5C0-4038-811B-AC5A-0A78D36F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90DC6-EBEC-5C3D-69FF-556D8CEF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9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C539-E603-D7BD-6A2E-AF0A28E9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4590-AC8E-A33F-BE7B-E253F465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9A6E7-D402-17EE-2D66-6AA779046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01E5-C83D-6D7D-FD33-55B0CA23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F8BC2-EF9B-0D87-D7D9-8F67074C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F2791-3051-3697-ADD7-2E085886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5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A07-8BE7-8EB4-7D34-03A6188B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5A6FF-9233-098A-3D3C-CC78C3FEE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F4E53-5812-25C4-479F-1060B021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96854-EAA8-C727-4F87-731EE7A0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839F5-F7BF-85B9-50A1-6C89C12B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B58D0-D1B4-B37E-88CA-EFA6E24C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4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DFF2-7D5E-3AB1-17F4-DD5CCDD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5BD37-F451-AFAB-9E33-1CA193BEB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EFD51-8A17-46B6-24F3-86CB68DC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E406-9DA0-AD3D-7F9E-035E8097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F188B-5969-5ABF-9E93-971522EF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4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F6F11-D6D5-83B4-697E-C3B08E44F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1814A-AD5E-A380-191B-43F44269C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4434-9DAB-EE1E-B120-8735D19F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C9CBE-F487-0359-B572-42BB0A46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EB2F-F596-DA32-9A12-05834907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300BB-B197-D703-F3C5-D0C113D4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C4FE0-D1DC-7D20-6B1A-E8A598E2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4B4E-B0CD-75FF-3A47-6D0CF6AD5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2F9A9-D15C-4A1A-8620-74201422E80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5DD33-3FDA-5BE9-61FB-3920F0CD3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2F2C-B348-BB19-3011-CB95C0052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77AE2-396B-43B6-9963-05F7418B1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6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Kernel_(image_processing)#Convolutio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7F06-AD16-840E-D08A-4ACE56F8E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1300"/>
            <a:ext cx="9144000" cy="3148663"/>
          </a:xfrm>
        </p:spPr>
        <p:txBody>
          <a:bodyPr>
            <a:normAutofit/>
          </a:bodyPr>
          <a:lstStyle/>
          <a:p>
            <a:r>
              <a:rPr lang="en-US" dirty="0"/>
              <a:t>Information on AIE’s data analysis / simulation / optimization side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BE220-9EBB-671F-782F-EF532EFEC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Timothy Yap, 04/23/2026</a:t>
            </a:r>
          </a:p>
        </p:txBody>
      </p:sp>
    </p:spTree>
    <p:extLst>
      <p:ext uri="{BB962C8B-B14F-4D97-AF65-F5344CB8AC3E}">
        <p14:creationId xmlns:p14="http://schemas.microsoft.com/office/powerpoint/2010/main" val="237712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2A41-2B5A-6DE6-7FE2-C83C193B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568B5-8DB9-0AB4-5AF8-33DB2E69D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Broadly, how does VPP work</a:t>
            </a:r>
          </a:p>
          <a:p>
            <a:r>
              <a:rPr lang="en-US" dirty="0"/>
              <a:t>Setting up a simulation for VPP (2D at first), and comparing to experimental results</a:t>
            </a:r>
          </a:p>
          <a:p>
            <a:r>
              <a:rPr lang="en-US" dirty="0"/>
              <a:t>Setting up the optimization</a:t>
            </a:r>
          </a:p>
          <a:p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50049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2F41-EF81-1DEA-D0C7-AEEFB799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Broadly, how does VPP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FDAF-7D86-643C-BC6D-4F2D43BEA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8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1DEF-0E3F-1AB8-F0D6-42172F44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 (1992), at UT’s 1</a:t>
            </a:r>
            <a:r>
              <a:rPr lang="en-US" baseline="30000" dirty="0"/>
              <a:t>st</a:t>
            </a:r>
            <a:r>
              <a:rPr lang="en-US" dirty="0"/>
              <a:t> SFF Symposium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1664A-B561-D3ED-AB11-C5CB7B8A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15"/>
          <a:stretch>
            <a:fillRect/>
          </a:stretch>
        </p:blipFill>
        <p:spPr>
          <a:xfrm>
            <a:off x="6043961" y="1599925"/>
            <a:ext cx="5799541" cy="4992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212CEF-B22D-D40C-6DA9-16E5E64E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01"/>
          <a:stretch>
            <a:fillRect/>
          </a:stretch>
        </p:blipFill>
        <p:spPr>
          <a:xfrm>
            <a:off x="6043961" y="1773599"/>
            <a:ext cx="1435302" cy="19575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1403BB25-8C5F-37E9-48DE-31C0DC2FF88D}"/>
              </a:ext>
            </a:extLst>
          </p:cNvPr>
          <p:cNvSpPr/>
          <p:nvPr/>
        </p:nvSpPr>
        <p:spPr>
          <a:xfrm rot="5400000">
            <a:off x="7007151" y="5401377"/>
            <a:ext cx="265993" cy="1188675"/>
          </a:xfrm>
          <a:prstGeom prst="leftBrace">
            <a:avLst>
              <a:gd name="adj1" fmla="val 50295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49140-3E0E-205F-F2C4-F8F9275A7008}"/>
              </a:ext>
            </a:extLst>
          </p:cNvPr>
          <p:cNvSpPr txBox="1"/>
          <p:nvPr/>
        </p:nvSpPr>
        <p:spPr>
          <a:xfrm>
            <a:off x="2332757" y="1517014"/>
            <a:ext cx="3737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‘SLA’ is described via the movement of a (Gaussian-distribution) laser on top of resin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AE2C8-664A-D514-ADEA-60C4505A2B46}"/>
              </a:ext>
            </a:extLst>
          </p:cNvPr>
          <p:cNvSpPr txBox="1"/>
          <p:nvPr/>
        </p:nvSpPr>
        <p:spPr>
          <a:xfrm>
            <a:off x="397264" y="2723397"/>
            <a:ext cx="53484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working curve is important: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x-axis = time * intensity (called “exposure”/ “dose”/ “dosage”)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y-axis = Cure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Questions: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dosage always reciprocal?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 you measure ‘degree of cure’ anyway, other than cure depth (which is only analogous)?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Beer-Lambert attenuation into the resin?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happens below critical dose 6.8 </a:t>
            </a:r>
            <a:r>
              <a:rPr lang="en-US" dirty="0" err="1"/>
              <a:t>mJ</a:t>
            </a:r>
            <a:r>
              <a:rPr lang="en-US" dirty="0"/>
              <a:t>/cm</a:t>
            </a:r>
            <a:r>
              <a:rPr lang="en-US" baseline="30000" dirty="0"/>
              <a:t>2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458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6E72-D655-717A-573F-830F4594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Reciprocal? or non-linear?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8B7F-3CEF-AFA2-9779-D485D26E1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Dosage = I × t </a:t>
            </a:r>
          </a:p>
          <a:p>
            <a:r>
              <a:rPr lang="en-US" dirty="0"/>
              <a:t>But some people started noticing nonlinearities in the working curve (Wyden 2014, Rudenko 2024), but Uzcategui 2018 put it together and proposed an exponent ‘n’: i.e., Dosage = I</a:t>
            </a:r>
            <a:r>
              <a:rPr lang="en-US" baseline="30000" dirty="0"/>
              <a:t>n</a:t>
            </a:r>
            <a:r>
              <a:rPr lang="en-US" dirty="0"/>
              <a:t> × 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64D10-3728-DC6F-B66F-98808A020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54" y="3678787"/>
            <a:ext cx="7906156" cy="29020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11166-505A-FAB6-C4F3-22DDD1A1391D}"/>
              </a:ext>
            </a:extLst>
          </p:cNvPr>
          <p:cNvSpPr/>
          <p:nvPr/>
        </p:nvSpPr>
        <p:spPr>
          <a:xfrm>
            <a:off x="9029022" y="6238250"/>
            <a:ext cx="1019102" cy="3698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 = 0.68</a:t>
            </a:r>
          </a:p>
        </p:txBody>
      </p:sp>
    </p:spTree>
    <p:extLst>
      <p:ext uri="{BB962C8B-B14F-4D97-AF65-F5344CB8AC3E}">
        <p14:creationId xmlns:p14="http://schemas.microsoft.com/office/powerpoint/2010/main" val="330888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205F-4DEC-1B09-AE4C-A8AC7823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EB05-7DBB-FA51-78CD-92C0028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non-linearity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616B-43F1-7B43-6B23-4FA43751F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4233"/>
          </a:xfrm>
        </p:spPr>
        <p:txBody>
          <a:bodyPr>
            <a:normAutofit/>
          </a:bodyPr>
          <a:lstStyle/>
          <a:p>
            <a:r>
              <a:rPr lang="en-US" dirty="0"/>
              <a:t>Multi-step chemistries, so perhaps some later stage creates inhibitors, accelerators [sic]</a:t>
            </a:r>
          </a:p>
          <a:p>
            <a:pPr lvl="1"/>
            <a:r>
              <a:rPr lang="en-US" dirty="0"/>
              <a:t>Uzcategui: “While primary photochemical reactions such as absorbance and initiator cleavage follow the first order scaling of reciprocity, radical polymerizations are known for their sub-linear dependence on light intensity due to subsequent bimolecular radical termination…”</a:t>
            </a:r>
          </a:p>
          <a:p>
            <a:pPr lvl="1"/>
            <a:r>
              <a:rPr lang="en-US" dirty="0"/>
              <a:t>Crucially, pre-knowledge of the multiple steps is not needed</a:t>
            </a:r>
          </a:p>
          <a:p>
            <a:r>
              <a:rPr lang="en-US" dirty="0"/>
              <a:t>Multiple wavelengths which may act as …</a:t>
            </a:r>
          </a:p>
          <a:p>
            <a:pPr lvl="1"/>
            <a:r>
              <a:rPr lang="en-US" dirty="0"/>
              <a:t>Crucially, pre-knowledge of full spectra response is not needed</a:t>
            </a:r>
          </a:p>
        </p:txBody>
      </p:sp>
    </p:spTree>
    <p:extLst>
      <p:ext uri="{BB962C8B-B14F-4D97-AF65-F5344CB8AC3E}">
        <p14:creationId xmlns:p14="http://schemas.microsoft.com/office/powerpoint/2010/main" val="389715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C627-39F2-74AE-F45A-07D667BD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F6A5-4605-AA53-F303-4B10E06C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non-linearity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A15D-1F63-4EF3-96EF-F02F19A0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4886"/>
          </a:xfrm>
        </p:spPr>
        <p:txBody>
          <a:bodyPr>
            <a:normAutofit/>
          </a:bodyPr>
          <a:lstStyle/>
          <a:p>
            <a:r>
              <a:rPr lang="en-US" dirty="0"/>
              <a:t>Stevens 2023 (Page group) also cite oxygen inhibition, optical self-focusing, optical scattering, heating (exotherms or from external light sources), photobleaching (resin turns from translucent to transparent after curing, allowing deeper conversions)</a:t>
            </a:r>
          </a:p>
          <a:p>
            <a:pPr lvl="1"/>
            <a:r>
              <a:rPr lang="en-US" dirty="0"/>
              <a:t>They investigate multiple wavelengths for conversion (only for LEDs), and their solution is to use a Recker-Jacobs equation which accounts for differential absorption</a:t>
            </a:r>
          </a:p>
        </p:txBody>
      </p:sp>
    </p:spTree>
    <p:extLst>
      <p:ext uri="{BB962C8B-B14F-4D97-AF65-F5344CB8AC3E}">
        <p14:creationId xmlns:p14="http://schemas.microsoft.com/office/powerpoint/2010/main" val="36639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B8D0-BC95-9017-F338-8005F7CC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be clear on how they measured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558D-728A-D2CD-3E75-7EC96457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Uzcategui: not stated</a:t>
            </a:r>
          </a:p>
          <a:p>
            <a:r>
              <a:rPr lang="en-US" dirty="0"/>
              <a:t>Stevens: in a rheometer, starting from when they start the light</a:t>
            </a:r>
          </a:p>
          <a:p>
            <a:endParaRPr lang="en-US" dirty="0"/>
          </a:p>
          <a:p>
            <a:r>
              <a:rPr lang="en-US" dirty="0"/>
              <a:t>I suspect there is human error in starting a stopwatch, but what do I know</a:t>
            </a:r>
          </a:p>
        </p:txBody>
      </p:sp>
    </p:spTree>
    <p:extLst>
      <p:ext uri="{BB962C8B-B14F-4D97-AF65-F5344CB8AC3E}">
        <p14:creationId xmlns:p14="http://schemas.microsoft.com/office/powerpoint/2010/main" val="257268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5F93-8C88-866C-650E-D78288CD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CFB5-5551-549F-AD02-995B4A88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4FCA6-5638-2379-EED8-31F4A8CBA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512354"/>
          </a:xfrm>
        </p:spPr>
        <p:txBody>
          <a:bodyPr>
            <a:normAutofit/>
          </a:bodyPr>
          <a:lstStyle/>
          <a:p>
            <a:r>
              <a:rPr lang="en-US" dirty="0"/>
              <a:t>Will the n exponent capture all the secondary / higher-order effects?</a:t>
            </a:r>
          </a:p>
          <a:p>
            <a:pPr lvl="1"/>
            <a:r>
              <a:rPr lang="en-US" dirty="0"/>
              <a:t>Namely, exotherms, optical scattering / self-focusing / photobleaching, oxygen…</a:t>
            </a:r>
          </a:p>
          <a:p>
            <a:endParaRPr lang="en-US" dirty="0"/>
          </a:p>
          <a:p>
            <a:r>
              <a:rPr lang="en-US" dirty="0"/>
              <a:t>Conclusion: I don’t care, let’s just simulate it</a:t>
            </a:r>
          </a:p>
        </p:txBody>
      </p:sp>
    </p:spTree>
    <p:extLst>
      <p:ext uri="{BB962C8B-B14F-4D97-AF65-F5344CB8AC3E}">
        <p14:creationId xmlns:p14="http://schemas.microsoft.com/office/powerpoint/2010/main" val="379430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B052-2E10-18EC-DBF4-01BC7CE0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Q2: We want to use ‘degree of cure’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20CEE-E575-8109-98B3-CCED194CA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curve’s ‘cure depth’ is only analogous to ‘degree of cure’ (DoC) / ‘degree of conversion’ / ‘conversion’</a:t>
            </a:r>
          </a:p>
          <a:p>
            <a:r>
              <a:rPr lang="en-US" dirty="0"/>
              <a:t>Let’s first be clear on how they measured depth</a:t>
            </a:r>
          </a:p>
          <a:p>
            <a:r>
              <a:rPr lang="en-US" dirty="0"/>
              <a:t>Bennett 2017: stylus profilometry uses a small force, but will not work well on the sides of the part. Confocal is good for that. Calipers are fine for rigid materials.</a:t>
            </a:r>
          </a:p>
        </p:txBody>
      </p:sp>
    </p:spTree>
    <p:extLst>
      <p:ext uri="{BB962C8B-B14F-4D97-AF65-F5344CB8AC3E}">
        <p14:creationId xmlns:p14="http://schemas.microsoft.com/office/powerpoint/2010/main" val="372048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5C0C-5C20-9998-7506-CD838C41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DoC: FTIR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168A-A808-7F48-2CA1-BE4417CA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0" cy="4742699"/>
          </a:xfrm>
        </p:spPr>
        <p:txBody>
          <a:bodyPr>
            <a:normAutofit/>
          </a:bodyPr>
          <a:lstStyle/>
          <a:p>
            <a:r>
              <a:rPr lang="en-US" dirty="0"/>
              <a:t>FTIR shoots IR onto / into a sample</a:t>
            </a:r>
          </a:p>
          <a:p>
            <a:pPr lvl="1"/>
            <a:r>
              <a:rPr lang="en-US" dirty="0"/>
              <a:t>It comes back / goes through, and has to interfere with itself such that you can see the interference</a:t>
            </a:r>
          </a:p>
          <a:p>
            <a:pPr lvl="1"/>
            <a:r>
              <a:rPr lang="en-US" dirty="0"/>
              <a:t>The Fourier Transform will use the interference to break down the wavenumbers (cm</a:t>
            </a:r>
            <a:r>
              <a:rPr lang="en-US" baseline="30000" dirty="0"/>
              <a:t>-1</a:t>
            </a:r>
            <a:r>
              <a:rPr lang="en-US" dirty="0"/>
              <a:t>) absorbed: requiring chemistry pre-knowledge</a:t>
            </a:r>
          </a:p>
          <a:p>
            <a:r>
              <a:rPr lang="en-US" dirty="0"/>
              <a:t>Question: do they state which mode? </a:t>
            </a:r>
          </a:p>
          <a:p>
            <a:pPr lvl="1"/>
            <a:r>
              <a:rPr lang="en-US" dirty="0"/>
              <a:t>Transmission mode: goes through the entire thing</a:t>
            </a:r>
          </a:p>
          <a:p>
            <a:pPr lvl="2"/>
            <a:r>
              <a:rPr lang="en-US" dirty="0"/>
              <a:t>Question: if transmission, how thick? 1um? 1km?</a:t>
            </a:r>
          </a:p>
          <a:p>
            <a:pPr lvl="1"/>
            <a:r>
              <a:rPr lang="en-US" dirty="0"/>
              <a:t>Attenuated Total Reflection / Specular Reflection: just the surface</a:t>
            </a:r>
          </a:p>
          <a:p>
            <a:pPr lvl="2"/>
            <a:r>
              <a:rPr lang="en-US" dirty="0"/>
              <a:t>Question: if surface, like, 1um into the surface? 1nm?</a:t>
            </a:r>
          </a:p>
        </p:txBody>
      </p:sp>
    </p:spTree>
    <p:extLst>
      <p:ext uri="{BB962C8B-B14F-4D97-AF65-F5344CB8AC3E}">
        <p14:creationId xmlns:p14="http://schemas.microsoft.com/office/powerpoint/2010/main" val="166715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1A54-08CE-75F8-16F6-B5C4F9A5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5113-D7A8-DF01-206E-5D889B14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DoC: FTIR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9D00-D9FA-20AB-C4A0-EE0302BB0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0313" cy="4320927"/>
          </a:xfrm>
        </p:spPr>
        <p:txBody>
          <a:bodyPr>
            <a:normAutofit/>
          </a:bodyPr>
          <a:lstStyle/>
          <a:p>
            <a:r>
              <a:rPr lang="en-US" dirty="0"/>
              <a:t>Uzcategui 2018 (mode?) use real-time FTIR to measure acrylate monomer conversion.</a:t>
            </a:r>
          </a:p>
          <a:p>
            <a:r>
              <a:rPr lang="en-US" dirty="0"/>
              <a:t>Stevens 2023 fig 3ab: it doesn’t go to full?</a:t>
            </a:r>
          </a:p>
          <a:p>
            <a:pPr lvl="1"/>
            <a:r>
              <a:rPr lang="en-US" dirty="0"/>
              <a:t>Wydra (??), Mason, Kiker (100umTRANS) also not full</a:t>
            </a:r>
          </a:p>
          <a:p>
            <a:pPr lvl="1"/>
            <a:r>
              <a:rPr lang="en-US" dirty="0"/>
              <a:t>Page 2024 (50 or 100umTRANS), Gao 2024 (??) yes full</a:t>
            </a:r>
          </a:p>
          <a:p>
            <a:pPr lvl="1"/>
            <a:r>
              <a:rPr lang="en-US" dirty="0"/>
              <a:t>So do you care that it goes to 100% conversion?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CCAE30-0BF7-5C0C-F04E-F312A594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781" y="2230115"/>
            <a:ext cx="1964009" cy="1450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38EAE0-6496-5509-BE2D-B2524F3B8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877" y="3954871"/>
            <a:ext cx="4109363" cy="168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4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5D79-1F36-DC26-C069-FB1486A4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measured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8F17-C47F-7988-C20B-539D3383C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Schroeder: Absorbance spectra</a:t>
            </a:r>
          </a:p>
          <a:p>
            <a:pPr lvl="1"/>
            <a:r>
              <a:rPr lang="en-US" dirty="0"/>
              <a:t>Create various samples, arrested at 5s, 10s, 15s, etc.</a:t>
            </a:r>
          </a:p>
          <a:p>
            <a:pPr lvl="1"/>
            <a:r>
              <a:rPr lang="en-US" dirty="0"/>
              <a:t>Shine the entire IR – Vis – UV range, see which absorbances change</a:t>
            </a:r>
          </a:p>
          <a:p>
            <a:pPr lvl="1"/>
            <a:r>
              <a:rPr lang="en-US" dirty="0"/>
              <a:t>I guess we rely on the fact (hope) that absorbance spectra change at all</a:t>
            </a:r>
          </a:p>
          <a:p>
            <a:r>
              <a:rPr lang="en-US" dirty="0"/>
              <a:t>Hoppe: Raman instead</a:t>
            </a:r>
          </a:p>
          <a:p>
            <a:r>
              <a:rPr lang="en-US" dirty="0"/>
              <a:t>About half of them don’t even measure DoC! E.g. Caplins, Rudenko, Li, Rau, Shusteff</a:t>
            </a:r>
          </a:p>
          <a:p>
            <a:r>
              <a:rPr lang="en-US" dirty="0"/>
              <a:t>Other methods? Atomic Force Microscopy, bulk rheology, bulk tensile/compressive testing?</a:t>
            </a:r>
          </a:p>
        </p:txBody>
      </p:sp>
    </p:spTree>
    <p:extLst>
      <p:ext uri="{BB962C8B-B14F-4D97-AF65-F5344CB8AC3E}">
        <p14:creationId xmlns:p14="http://schemas.microsoft.com/office/powerpoint/2010/main" val="57935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E63D-B770-BA9D-1940-1FE60001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on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C6D4-3F4D-650D-CE9D-201F75FE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Frankly, the only pixel-by-pixel data that we can get, in real time, is: AIE</a:t>
            </a:r>
          </a:p>
          <a:p>
            <a:pPr lvl="1"/>
            <a:r>
              <a:rPr lang="en-US" dirty="0"/>
              <a:t>AIE is when you shine a UV light, it fluoresces red light out</a:t>
            </a:r>
          </a:p>
          <a:p>
            <a:pPr lvl="1"/>
            <a:r>
              <a:rPr lang="en-US" dirty="0"/>
              <a:t>We can use a physical narrowband filter on the camera to grab the red light (with some tiny spillover of the UV light)</a:t>
            </a:r>
          </a:p>
          <a:p>
            <a:pPr lvl="1"/>
            <a:r>
              <a:rPr lang="en-US" dirty="0"/>
              <a:t>Note: AIE is known to start fluorescing when it’s already partially cured</a:t>
            </a:r>
          </a:p>
          <a:p>
            <a:pPr lvl="1"/>
            <a:r>
              <a:rPr lang="en-US" dirty="0"/>
              <a:t>Units = red light videoframe intensity (0~255 or 0~65535)</a:t>
            </a:r>
          </a:p>
          <a:p>
            <a:endParaRPr lang="en-US" dirty="0"/>
          </a:p>
          <a:p>
            <a:r>
              <a:rPr lang="en-US" dirty="0"/>
              <a:t>We will henceforth only use AIE results, and disregard all other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8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7EB5-BEE5-08AA-3D0C-2EA71FFE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Q3: unit area or unit volume?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5300-6442-7614-80A1-5A32F385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VPP is 3D, but assumes each layer requires some intensity that is applied throughout that layer</a:t>
            </a:r>
          </a:p>
          <a:p>
            <a:r>
              <a:rPr lang="en-US" dirty="0"/>
              <a:t>We know that using Beer-Lambert law, light will attenuate (like sunlight propagating through seawater onto the seabed)</a:t>
            </a:r>
          </a:p>
          <a:p>
            <a:endParaRPr lang="en-US" dirty="0"/>
          </a:p>
          <a:p>
            <a:r>
              <a:rPr lang="en-US" dirty="0"/>
              <a:t>Blah blah, I don’t care until we set up the 3D</a:t>
            </a:r>
          </a:p>
        </p:txBody>
      </p:sp>
    </p:spTree>
    <p:extLst>
      <p:ext uri="{BB962C8B-B14F-4D97-AF65-F5344CB8AC3E}">
        <p14:creationId xmlns:p14="http://schemas.microsoft.com/office/powerpoint/2010/main" val="966827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C78AB-5EED-E3DF-5F8B-D78050A3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what happens before critical dose?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567E6A7-D8DA-FDC9-D0B4-944FD0E8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149" y="1825625"/>
            <a:ext cx="7028652" cy="4351338"/>
          </a:xfrm>
        </p:spPr>
        <p:txBody>
          <a:bodyPr/>
          <a:lstStyle/>
          <a:p>
            <a:r>
              <a:rPr lang="en-US" dirty="0"/>
              <a:t>Bowman (UC Boulder), Taki (Kanazawa) groups check ALL chemical equations</a:t>
            </a:r>
          </a:p>
          <a:p>
            <a:r>
              <a:rPr lang="en-US" dirty="0"/>
              <a:t>Photo-Radicals● have a choice to either 2a. convert/polymerize or 2b. turn into peroxides (eat oxygen)</a:t>
            </a:r>
          </a:p>
          <a:p>
            <a:pPr lvl="1"/>
            <a:r>
              <a:rPr lang="en-US" dirty="0"/>
              <a:t>At least two papers suggest that 2a. occurs at a rate “two or more orders of magnitude” faster than 2b.</a:t>
            </a:r>
          </a:p>
          <a:p>
            <a:r>
              <a:rPr lang="en-US" dirty="0"/>
              <a:t>I.e. that 6.8mJ/cm</a:t>
            </a:r>
            <a:r>
              <a:rPr lang="en-US" baseline="30000" dirty="0"/>
              <a:t>2</a:t>
            </a:r>
            <a:r>
              <a:rPr lang="en-US" dirty="0"/>
              <a:t> wait time is just to eat up all oxygen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44C0F2-3AC1-FEBD-A407-B80E2B4CC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1655754" cy="377660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E0511C-E4E6-C4AF-454C-34D1E8A5EA0F}"/>
              </a:ext>
            </a:extLst>
          </p:cNvPr>
          <p:cNvSpPr/>
          <p:nvPr/>
        </p:nvSpPr>
        <p:spPr bwMode="auto">
          <a:xfrm>
            <a:off x="706446" y="2102671"/>
            <a:ext cx="1579554" cy="609600"/>
          </a:xfrm>
          <a:prstGeom prst="roundRect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C99DB03-9621-446D-1239-20AF80B4F2D6}"/>
              </a:ext>
            </a:extLst>
          </p:cNvPr>
          <p:cNvSpPr/>
          <p:nvPr/>
        </p:nvSpPr>
        <p:spPr bwMode="auto">
          <a:xfrm>
            <a:off x="706446" y="2816527"/>
            <a:ext cx="1579554" cy="2299931"/>
          </a:xfrm>
          <a:prstGeom prst="roundRect">
            <a:avLst>
              <a:gd name="adj" fmla="val 5411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3A2AC7-2ADA-386E-CA2C-CD95E502F1BC}"/>
              </a:ext>
            </a:extLst>
          </p:cNvPr>
          <p:cNvSpPr/>
          <p:nvPr/>
        </p:nvSpPr>
        <p:spPr bwMode="auto">
          <a:xfrm>
            <a:off x="685800" y="5226871"/>
            <a:ext cx="1579554" cy="609600"/>
          </a:xfrm>
          <a:prstGeom prst="roundRect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700777-3998-7885-2668-F558F0FBC92F}"/>
              </a:ext>
            </a:extLst>
          </p:cNvPr>
          <p:cNvSpPr txBox="1"/>
          <p:nvPr/>
        </p:nvSpPr>
        <p:spPr>
          <a:xfrm>
            <a:off x="2284404" y="2124377"/>
            <a:ext cx="1068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1. Photo-initiation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A46EF-B015-6D13-D89F-FFF7369E0B98}"/>
              </a:ext>
            </a:extLst>
          </p:cNvPr>
          <p:cNvSpPr txBox="1"/>
          <p:nvPr/>
        </p:nvSpPr>
        <p:spPr>
          <a:xfrm>
            <a:off x="2317749" y="3407405"/>
            <a:ext cx="1718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2a. Conversion / polymerization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FA82EE-C52C-D977-6AE5-AF13D6D90429}"/>
              </a:ext>
            </a:extLst>
          </p:cNvPr>
          <p:cNvSpPr txBox="1"/>
          <p:nvPr/>
        </p:nvSpPr>
        <p:spPr>
          <a:xfrm>
            <a:off x="2309804" y="5250465"/>
            <a:ext cx="1347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i="1" baseline="0" dirty="0">
                <a:solidFill>
                  <a:srgbClr val="BF5700"/>
                </a:solidFill>
              </a:rPr>
              <a:t>2b. Oxygen-eating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114376-F278-A90A-4078-794620D73222}"/>
              </a:ext>
            </a:extLst>
          </p:cNvPr>
          <p:cNvCxnSpPr>
            <a:cxnSpLocks/>
          </p:cNvCxnSpPr>
          <p:nvPr/>
        </p:nvCxnSpPr>
        <p:spPr bwMode="auto">
          <a:xfrm>
            <a:off x="2835564" y="2709152"/>
            <a:ext cx="0" cy="698253"/>
          </a:xfrm>
          <a:prstGeom prst="straightConnector1">
            <a:avLst/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DF91F50B-CB50-986D-049A-B26AE977E59B}"/>
              </a:ext>
            </a:extLst>
          </p:cNvPr>
          <p:cNvSpPr/>
          <p:nvPr/>
        </p:nvSpPr>
        <p:spPr bwMode="auto">
          <a:xfrm>
            <a:off x="1312056" y="2372596"/>
            <a:ext cx="2638442" cy="3104031"/>
          </a:xfrm>
          <a:prstGeom prst="arc">
            <a:avLst>
              <a:gd name="adj1" fmla="val 17976872"/>
              <a:gd name="adj2" fmla="val 3901665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41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782F-B037-F6BC-335C-168E7F22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how we will model this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616138-8D6D-94C5-68E4-1DA96E56F032}"/>
              </a:ext>
            </a:extLst>
          </p:cNvPr>
          <p:cNvSpPr/>
          <p:nvPr/>
        </p:nvSpPr>
        <p:spPr>
          <a:xfrm>
            <a:off x="1523876" y="1651902"/>
            <a:ext cx="1335969" cy="13084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aseline="0" dirty="0">
                <a:solidFill>
                  <a:schemeClr val="tx1"/>
                </a:solidFill>
              </a:rPr>
              <a:t>Calculate light incident per pixel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400DBBC-E119-40E2-F3E6-FD44E2384853}"/>
              </a:ext>
            </a:extLst>
          </p:cNvPr>
          <p:cNvSpPr/>
          <p:nvPr/>
        </p:nvSpPr>
        <p:spPr>
          <a:xfrm>
            <a:off x="3041862" y="1916685"/>
            <a:ext cx="530492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88CB9C7-A05F-57B4-3D4F-312105444F64}"/>
              </a:ext>
            </a:extLst>
          </p:cNvPr>
          <p:cNvSpPr/>
          <p:nvPr/>
        </p:nvSpPr>
        <p:spPr>
          <a:xfrm>
            <a:off x="6232487" y="1916685"/>
            <a:ext cx="971950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C06515B-CB6A-69B9-3BF7-D74F1C1A02FD}"/>
              </a:ext>
            </a:extLst>
          </p:cNvPr>
          <p:cNvSpPr/>
          <p:nvPr/>
        </p:nvSpPr>
        <p:spPr>
          <a:xfrm>
            <a:off x="7233313" y="5127843"/>
            <a:ext cx="2547756" cy="831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aseline="0" dirty="0">
                <a:solidFill>
                  <a:schemeClr val="tx1"/>
                </a:solidFill>
              </a:rPr>
              <a:t>3. Any leftover light just goes to waste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003390B-E756-4D1B-7E7C-F61CF44BADEE}"/>
              </a:ext>
            </a:extLst>
          </p:cNvPr>
          <p:cNvSpPr/>
          <p:nvPr/>
        </p:nvSpPr>
        <p:spPr>
          <a:xfrm rot="5400000">
            <a:off x="8167663" y="4377044"/>
            <a:ext cx="530492" cy="718956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A1EDB-C4A0-816C-8F69-7E6FF5EDF4E2}"/>
              </a:ext>
            </a:extLst>
          </p:cNvPr>
          <p:cNvSpPr txBox="1"/>
          <p:nvPr/>
        </p:nvSpPr>
        <p:spPr>
          <a:xfrm rot="2766678">
            <a:off x="687396" y="4842767"/>
            <a:ext cx="192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baseline="0" dirty="0"/>
              <a:t>Next timestep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9A61FA4-4CE1-00E1-2CC5-0C7F71C232C9}"/>
              </a:ext>
            </a:extLst>
          </p:cNvPr>
          <p:cNvSpPr/>
          <p:nvPr/>
        </p:nvSpPr>
        <p:spPr bwMode="auto">
          <a:xfrm rot="10800000">
            <a:off x="1569129" y="1859118"/>
            <a:ext cx="7543954" cy="4226427"/>
          </a:xfrm>
          <a:prstGeom prst="arc">
            <a:avLst>
              <a:gd name="adj1" fmla="val 13713103"/>
              <a:gd name="adj2" fmla="val 715857"/>
            </a:avLst>
          </a:prstGeom>
          <a:noFill/>
          <a:ln w="222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A37A1A-4220-7E11-FF41-014345677427}"/>
              </a:ext>
            </a:extLst>
          </p:cNvPr>
          <p:cNvSpPr/>
          <p:nvPr/>
        </p:nvSpPr>
        <p:spPr>
          <a:xfrm>
            <a:off x="3677156" y="1656279"/>
            <a:ext cx="2331371" cy="24934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4C72DB-9E79-3D63-D571-90163744E8AE}"/>
              </a:ext>
            </a:extLst>
          </p:cNvPr>
          <p:cNvSpPr txBox="1"/>
          <p:nvPr/>
        </p:nvSpPr>
        <p:spPr>
          <a:xfrm>
            <a:off x="3873984" y="1775852"/>
            <a:ext cx="209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Radicals try to convert oxygen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AAA7DB-FAA1-B53F-0DED-C8E61702083C}"/>
              </a:ext>
            </a:extLst>
          </p:cNvPr>
          <p:cNvCxnSpPr>
            <a:cxnSpLocks/>
          </p:cNvCxnSpPr>
          <p:nvPr/>
        </p:nvCxnSpPr>
        <p:spPr bwMode="auto">
          <a:xfrm flipV="1">
            <a:off x="4002890" y="2504874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CE689D-BD8E-0A65-AE72-298D045F3A3C}"/>
              </a:ext>
            </a:extLst>
          </p:cNvPr>
          <p:cNvCxnSpPr>
            <a:cxnSpLocks/>
          </p:cNvCxnSpPr>
          <p:nvPr/>
        </p:nvCxnSpPr>
        <p:spPr bwMode="auto">
          <a:xfrm>
            <a:off x="4002890" y="3923203"/>
            <a:ext cx="1582766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59C96B-3D32-1DB6-334D-40FE8DE77C6D}"/>
              </a:ext>
            </a:extLst>
          </p:cNvPr>
          <p:cNvCxnSpPr>
            <a:cxnSpLocks/>
          </p:cNvCxnSpPr>
          <p:nvPr/>
        </p:nvCxnSpPr>
        <p:spPr bwMode="auto">
          <a:xfrm>
            <a:off x="4002889" y="2750537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0C937E-992E-F840-FF60-1E134E7E95A9}"/>
              </a:ext>
            </a:extLst>
          </p:cNvPr>
          <p:cNvSpPr txBox="1"/>
          <p:nvPr/>
        </p:nvSpPr>
        <p:spPr>
          <a:xfrm>
            <a:off x="4780608" y="2888477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106FCD-AE4E-3F79-DCC1-ABA37D7E72AD}"/>
              </a:ext>
            </a:extLst>
          </p:cNvPr>
          <p:cNvSpPr txBox="1"/>
          <p:nvPr/>
        </p:nvSpPr>
        <p:spPr>
          <a:xfrm>
            <a:off x="5233388" y="3468087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634FE50-1609-27EE-4E8F-79E11A17EC87}"/>
              </a:ext>
            </a:extLst>
          </p:cNvPr>
          <p:cNvSpPr/>
          <p:nvPr/>
        </p:nvSpPr>
        <p:spPr>
          <a:xfrm>
            <a:off x="7420627" y="1651902"/>
            <a:ext cx="2094046" cy="2529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F60FC8-3E88-12B1-F4BB-5513486B42C0}"/>
              </a:ext>
            </a:extLst>
          </p:cNvPr>
          <p:cNvSpPr txBox="1"/>
          <p:nvPr/>
        </p:nvSpPr>
        <p:spPr>
          <a:xfrm>
            <a:off x="7596246" y="1762628"/>
            <a:ext cx="1829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Any leftover radicals try to increase cure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AA3857-8E3C-818F-372C-141AD0106D68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4036" y="2747340"/>
            <a:ext cx="0" cy="1197224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560276-37E4-B9C6-67AD-513A1223A72F}"/>
              </a:ext>
            </a:extLst>
          </p:cNvPr>
          <p:cNvCxnSpPr>
            <a:cxnSpLocks/>
          </p:cNvCxnSpPr>
          <p:nvPr/>
        </p:nvCxnSpPr>
        <p:spPr bwMode="auto">
          <a:xfrm>
            <a:off x="7714036" y="3944564"/>
            <a:ext cx="158631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8112AE6-F3EF-EFD8-049D-4FB00FD069C2}"/>
              </a:ext>
            </a:extLst>
          </p:cNvPr>
          <p:cNvSpPr txBox="1"/>
          <p:nvPr/>
        </p:nvSpPr>
        <p:spPr>
          <a:xfrm>
            <a:off x="8139575" y="2724896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248633-F76D-CF51-64B7-AEA80F5D10DF}"/>
              </a:ext>
            </a:extLst>
          </p:cNvPr>
          <p:cNvCxnSpPr>
            <a:cxnSpLocks/>
          </p:cNvCxnSpPr>
          <p:nvPr/>
        </p:nvCxnSpPr>
        <p:spPr bwMode="auto">
          <a:xfrm>
            <a:off x="5537245" y="3416417"/>
            <a:ext cx="2193279" cy="18048"/>
          </a:xfrm>
          <a:prstGeom prst="line">
            <a:avLst/>
          </a:prstGeom>
          <a:ln>
            <a:solidFill>
              <a:srgbClr val="00B0F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3AD12BA-6230-937C-C537-3ADD45DC5EF6}"/>
              </a:ext>
            </a:extLst>
          </p:cNvPr>
          <p:cNvSpPr/>
          <p:nvPr/>
        </p:nvSpPr>
        <p:spPr>
          <a:xfrm>
            <a:off x="7736527" y="2898996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5F3E6C-F77D-2858-4FE4-5A639773D80A}"/>
              </a:ext>
            </a:extLst>
          </p:cNvPr>
          <p:cNvCxnSpPr>
            <a:cxnSpLocks/>
          </p:cNvCxnSpPr>
          <p:nvPr/>
        </p:nvCxnSpPr>
        <p:spPr bwMode="auto">
          <a:xfrm>
            <a:off x="4000515" y="2761279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51D7D9-B457-92ED-74C5-1C679F3010D5}"/>
              </a:ext>
            </a:extLst>
          </p:cNvPr>
          <p:cNvCxnSpPr>
            <a:cxnSpLocks/>
          </p:cNvCxnSpPr>
          <p:nvPr/>
        </p:nvCxnSpPr>
        <p:spPr bwMode="auto">
          <a:xfrm>
            <a:off x="4010573" y="3034400"/>
            <a:ext cx="1473744" cy="37886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4FC47DD-2F36-65B7-F5B1-54F4F2926B84}"/>
              </a:ext>
            </a:extLst>
          </p:cNvPr>
          <p:cNvCxnSpPr>
            <a:cxnSpLocks/>
          </p:cNvCxnSpPr>
          <p:nvPr/>
        </p:nvCxnSpPr>
        <p:spPr bwMode="auto">
          <a:xfrm>
            <a:off x="7736527" y="3437901"/>
            <a:ext cx="1423894" cy="411857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AB5EDF-768C-D7D5-66AB-3770609B084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0573" y="3903515"/>
            <a:ext cx="1470602" cy="7427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CB07B03-E7A6-B611-4A6E-4C56D14B3878}"/>
              </a:ext>
            </a:extLst>
          </p:cNvPr>
          <p:cNvSpPr txBox="1"/>
          <p:nvPr/>
        </p:nvSpPr>
        <p:spPr>
          <a:xfrm>
            <a:off x="4246144" y="3575333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A4004-DA03-FE5D-E51A-9AF3426BB297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3636" y="3919862"/>
            <a:ext cx="1416785" cy="422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248583-B972-1234-EAEA-1D9073B272C5}"/>
              </a:ext>
            </a:extLst>
          </p:cNvPr>
          <p:cNvSpPr txBox="1"/>
          <p:nvPr/>
        </p:nvSpPr>
        <p:spPr>
          <a:xfrm>
            <a:off x="8148561" y="3559903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F04E5F-FB69-4BB8-D968-576E91042104}"/>
              </a:ext>
            </a:extLst>
          </p:cNvPr>
          <p:cNvSpPr txBox="1"/>
          <p:nvPr/>
        </p:nvSpPr>
        <p:spPr>
          <a:xfrm>
            <a:off x="5512785" y="3803602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372A55-C3CE-1E7D-5232-7D8021708390}"/>
              </a:ext>
            </a:extLst>
          </p:cNvPr>
          <p:cNvSpPr txBox="1"/>
          <p:nvPr/>
        </p:nvSpPr>
        <p:spPr>
          <a:xfrm>
            <a:off x="9222417" y="368951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E5E9EF-2B90-240D-673E-B324856227C8}"/>
              </a:ext>
            </a:extLst>
          </p:cNvPr>
          <p:cNvSpPr txBox="1"/>
          <p:nvPr/>
        </p:nvSpPr>
        <p:spPr>
          <a:xfrm>
            <a:off x="8363753" y="3304863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1488FA8-8FFC-C5E6-016B-BBD9EB5C5433}"/>
              </a:ext>
            </a:extLst>
          </p:cNvPr>
          <p:cNvCxnSpPr>
            <a:cxnSpLocks/>
          </p:cNvCxnSpPr>
          <p:nvPr/>
        </p:nvCxnSpPr>
        <p:spPr bwMode="auto">
          <a:xfrm>
            <a:off x="5544925" y="3924681"/>
            <a:ext cx="2185599" cy="27205"/>
          </a:xfrm>
          <a:prstGeom prst="line">
            <a:avLst/>
          </a:prstGeom>
          <a:ln>
            <a:solidFill>
              <a:srgbClr val="FF000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DCF6FD-0C8D-F67B-046F-31B44D47EE07}"/>
              </a:ext>
            </a:extLst>
          </p:cNvPr>
          <p:cNvCxnSpPr>
            <a:cxnSpLocks/>
          </p:cNvCxnSpPr>
          <p:nvPr/>
        </p:nvCxnSpPr>
        <p:spPr bwMode="auto">
          <a:xfrm>
            <a:off x="5554572" y="3902738"/>
            <a:ext cx="2178954" cy="8325"/>
          </a:xfrm>
          <a:prstGeom prst="line">
            <a:avLst/>
          </a:prstGeom>
          <a:ln>
            <a:solidFill>
              <a:schemeClr val="accent6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4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8EFC-AA70-CB54-72AC-9AE2A2AC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Q5: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D29A-0D1C-6734-7A33-E9987514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015"/>
            <a:ext cx="10515600" cy="4351338"/>
          </a:xfrm>
        </p:spPr>
        <p:txBody>
          <a:bodyPr/>
          <a:lstStyle/>
          <a:p>
            <a:r>
              <a:rPr lang="en-US" dirty="0"/>
              <a:t>Zak’s original idea was to model oxygen diffusion, and the assumption is that it causes blur</a:t>
            </a:r>
          </a:p>
          <a:p>
            <a:r>
              <a:rPr lang="en-US" dirty="0"/>
              <a:t>2 ways to model oxygen:</a:t>
            </a:r>
          </a:p>
          <a:p>
            <a:pPr lvl="1"/>
            <a:r>
              <a:rPr lang="en-US" dirty="0"/>
              <a:t>Fick’s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AE9DA-8DC8-78B1-881D-40E4424E324F}"/>
                  </a:ext>
                </a:extLst>
              </p:cNvPr>
              <p:cNvSpPr txBox="1"/>
              <p:nvPr/>
            </p:nvSpPr>
            <p:spPr>
              <a:xfrm>
                <a:off x="3255676" y="3171960"/>
                <a:ext cx="399186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1800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1800" b="1" i="1" baseline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𝒓𝒊𝒈𝒉𝒕</m:t>
                              </m:r>
                            </m:sub>
                          </m:sSub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sz="1800" b="1" i="1" baseline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sz="1800" b="1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𝒍𝒆𝒇𝒕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aseline="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AE9DA-8DC8-78B1-881D-40E4424E3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676" y="3171960"/>
                <a:ext cx="3991862" cy="520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98777268-0248-5228-84B3-9509F6EF551A}"/>
              </a:ext>
            </a:extLst>
          </p:cNvPr>
          <p:cNvSpPr/>
          <p:nvPr/>
        </p:nvSpPr>
        <p:spPr bwMode="auto">
          <a:xfrm rot="16200000">
            <a:off x="4656462" y="3522025"/>
            <a:ext cx="235101" cy="526899"/>
          </a:xfrm>
          <a:prstGeom prst="leftBrace">
            <a:avLst>
              <a:gd name="adj1" fmla="val 48708"/>
              <a:gd name="adj2" fmla="val 50000"/>
            </a:avLst>
          </a:prstGeom>
          <a:noFill/>
          <a:ln w="9525" cap="flat" cmpd="sng" algn="ctr">
            <a:solidFill>
              <a:srgbClr val="BF5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EBE261-3E02-8317-1BC3-421F3B8C4845}"/>
              </a:ext>
            </a:extLst>
          </p:cNvPr>
          <p:cNvSpPr txBox="1"/>
          <p:nvPr/>
        </p:nvSpPr>
        <p:spPr>
          <a:xfrm>
            <a:off x="9106243" y="3878295"/>
            <a:ext cx="2853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baseline="0" dirty="0"/>
              <a:t>≤½ per Courant’s FEA Law</a:t>
            </a:r>
            <a:r>
              <a:rPr lang="en-US" sz="1600" b="0" dirty="0"/>
              <a:t> :- if you violate this, it goes negative, it doesn’t make physical sense, and would be unstable.</a:t>
            </a:r>
          </a:p>
          <a:p>
            <a:pPr>
              <a:buNone/>
            </a:pPr>
            <a:r>
              <a:rPr lang="en-US" sz="1600" dirty="0"/>
              <a:t>Or ≤¼ if in 2D</a:t>
            </a:r>
            <a:endParaRPr lang="en-US" sz="1600" b="0" dirty="0"/>
          </a:p>
        </p:txBody>
      </p:sp>
      <p:pic>
        <p:nvPicPr>
          <p:cNvPr id="7" name="Graphic 6" descr="Deciduous tree with solid fill">
            <a:extLst>
              <a:ext uri="{FF2B5EF4-FFF2-40B4-BE49-F238E27FC236}">
                <a16:creationId xmlns:a16="http://schemas.microsoft.com/office/drawing/2014/main" id="{5497E5DE-BC05-F435-B332-2544D7C45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392" y="4401808"/>
            <a:ext cx="1295400" cy="1295400"/>
          </a:xfrm>
          <a:prstGeom prst="rect">
            <a:avLst/>
          </a:prstGeom>
        </p:spPr>
      </p:pic>
      <p:pic>
        <p:nvPicPr>
          <p:cNvPr id="8" name="Graphic 7" descr="Deciduous tree with solid fill">
            <a:extLst>
              <a:ext uri="{FF2B5EF4-FFF2-40B4-BE49-F238E27FC236}">
                <a16:creationId xmlns:a16="http://schemas.microsoft.com/office/drawing/2014/main" id="{387084BF-96FD-4549-327F-DBAE72232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792" y="4401808"/>
            <a:ext cx="1295400" cy="1295400"/>
          </a:xfrm>
          <a:prstGeom prst="rect">
            <a:avLst/>
          </a:prstGeom>
        </p:spPr>
      </p:pic>
      <p:pic>
        <p:nvPicPr>
          <p:cNvPr id="9" name="Graphic 8" descr="Deciduous tree with solid fill">
            <a:extLst>
              <a:ext uri="{FF2B5EF4-FFF2-40B4-BE49-F238E27FC236}">
                <a16:creationId xmlns:a16="http://schemas.microsoft.com/office/drawing/2014/main" id="{1BD8C4C2-5860-08A4-1DE1-D4A8F1C28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992" y="4401808"/>
            <a:ext cx="1295400" cy="1295400"/>
          </a:xfrm>
          <a:prstGeom prst="rect">
            <a:avLst/>
          </a:prstGeom>
        </p:spPr>
      </p:pic>
      <p:pic>
        <p:nvPicPr>
          <p:cNvPr id="10" name="Graphic 9" descr="Apple outline">
            <a:extLst>
              <a:ext uri="{FF2B5EF4-FFF2-40B4-BE49-F238E27FC236}">
                <a16:creationId xmlns:a16="http://schemas.microsoft.com/office/drawing/2014/main" id="{EED8D3B7-650D-92EB-2833-CC07AE4D3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2990" y="4657445"/>
            <a:ext cx="238976" cy="238976"/>
          </a:xfrm>
          <a:prstGeom prst="rect">
            <a:avLst/>
          </a:prstGeom>
        </p:spPr>
      </p:pic>
      <p:pic>
        <p:nvPicPr>
          <p:cNvPr id="11" name="Graphic 10" descr="Apple outline">
            <a:extLst>
              <a:ext uri="{FF2B5EF4-FFF2-40B4-BE49-F238E27FC236}">
                <a16:creationId xmlns:a16="http://schemas.microsoft.com/office/drawing/2014/main" id="{E2D625D3-5946-F841-F84F-757A40C69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5415" y="4814406"/>
            <a:ext cx="238976" cy="238976"/>
          </a:xfrm>
          <a:prstGeom prst="rect">
            <a:avLst/>
          </a:prstGeom>
        </p:spPr>
      </p:pic>
      <p:pic>
        <p:nvPicPr>
          <p:cNvPr id="12" name="Graphic 11" descr="Apple outline">
            <a:extLst>
              <a:ext uri="{FF2B5EF4-FFF2-40B4-BE49-F238E27FC236}">
                <a16:creationId xmlns:a16="http://schemas.microsoft.com/office/drawing/2014/main" id="{CBB8CEBD-14D3-1A2D-BC66-FB3DA572F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502" y="4870826"/>
            <a:ext cx="238976" cy="238976"/>
          </a:xfrm>
          <a:prstGeom prst="rect">
            <a:avLst/>
          </a:prstGeom>
        </p:spPr>
      </p:pic>
      <p:pic>
        <p:nvPicPr>
          <p:cNvPr id="13" name="Graphic 12" descr="Apple outline">
            <a:extLst>
              <a:ext uri="{FF2B5EF4-FFF2-40B4-BE49-F238E27FC236}">
                <a16:creationId xmlns:a16="http://schemas.microsoft.com/office/drawing/2014/main" id="{83DE553D-AEDA-0E97-C6F2-6F8E44AE4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414" y="4600100"/>
            <a:ext cx="238976" cy="238976"/>
          </a:xfrm>
          <a:prstGeom prst="rect">
            <a:avLst/>
          </a:prstGeom>
        </p:spPr>
      </p:pic>
      <p:pic>
        <p:nvPicPr>
          <p:cNvPr id="14" name="Graphic 13" descr="Apple outline">
            <a:extLst>
              <a:ext uri="{FF2B5EF4-FFF2-40B4-BE49-F238E27FC236}">
                <a16:creationId xmlns:a16="http://schemas.microsoft.com/office/drawing/2014/main" id="{920777B1-6948-C46A-9EE1-83AE9EEE2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363" y="4798392"/>
            <a:ext cx="238976" cy="238976"/>
          </a:xfrm>
          <a:prstGeom prst="rect">
            <a:avLst/>
          </a:prstGeom>
        </p:spPr>
      </p:pic>
      <p:pic>
        <p:nvPicPr>
          <p:cNvPr id="15" name="Graphic 14" descr="Apple outline">
            <a:extLst>
              <a:ext uri="{FF2B5EF4-FFF2-40B4-BE49-F238E27FC236}">
                <a16:creationId xmlns:a16="http://schemas.microsoft.com/office/drawing/2014/main" id="{F822635C-010E-33CC-2D26-8D6C1E430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042" y="4657593"/>
            <a:ext cx="238976" cy="238976"/>
          </a:xfrm>
          <a:prstGeom prst="rect">
            <a:avLst/>
          </a:prstGeom>
        </p:spPr>
      </p:pic>
      <p:pic>
        <p:nvPicPr>
          <p:cNvPr id="16" name="Graphic 15" descr="Apple outline">
            <a:extLst>
              <a:ext uri="{FF2B5EF4-FFF2-40B4-BE49-F238E27FC236}">
                <a16:creationId xmlns:a16="http://schemas.microsoft.com/office/drawing/2014/main" id="{124ABB99-F204-2DA9-7DE2-C05E3C1B3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8906" y="4025264"/>
            <a:ext cx="238976" cy="238976"/>
          </a:xfrm>
          <a:prstGeom prst="rect">
            <a:avLst/>
          </a:prstGeom>
        </p:spPr>
      </p:pic>
      <p:pic>
        <p:nvPicPr>
          <p:cNvPr id="17" name="Graphic 16" descr="Apple outline">
            <a:extLst>
              <a:ext uri="{FF2B5EF4-FFF2-40B4-BE49-F238E27FC236}">
                <a16:creationId xmlns:a16="http://schemas.microsoft.com/office/drawing/2014/main" id="{A6BC8CBD-318B-AD8A-245A-39047EF2C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6561" y="4037619"/>
            <a:ext cx="238976" cy="238976"/>
          </a:xfrm>
          <a:prstGeom prst="rect">
            <a:avLst/>
          </a:pr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FCAC3A3A-DD47-124A-0C0F-2C90A7AA724C}"/>
              </a:ext>
            </a:extLst>
          </p:cNvPr>
          <p:cNvSpPr/>
          <p:nvPr/>
        </p:nvSpPr>
        <p:spPr bwMode="auto">
          <a:xfrm>
            <a:off x="4915693" y="4288950"/>
            <a:ext cx="1904999" cy="685800"/>
          </a:xfrm>
          <a:prstGeom prst="arc">
            <a:avLst>
              <a:gd name="adj1" fmla="val 11953948"/>
              <a:gd name="adj2" fmla="val 2051499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F96DC2D-596E-6AB9-15AD-AE781BB9AA4E}"/>
              </a:ext>
            </a:extLst>
          </p:cNvPr>
          <p:cNvSpPr/>
          <p:nvPr/>
        </p:nvSpPr>
        <p:spPr bwMode="auto">
          <a:xfrm>
            <a:off x="3163093" y="4276595"/>
            <a:ext cx="1904999" cy="685800"/>
          </a:xfrm>
          <a:prstGeom prst="arc">
            <a:avLst>
              <a:gd name="adj1" fmla="val 11953948"/>
              <a:gd name="adj2" fmla="val 2051499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pic>
        <p:nvPicPr>
          <p:cNvPr id="20" name="Graphic 19" descr="Apple outline">
            <a:extLst>
              <a:ext uri="{FF2B5EF4-FFF2-40B4-BE49-F238E27FC236}">
                <a16:creationId xmlns:a16="http://schemas.microsoft.com/office/drawing/2014/main" id="{704D7739-15DF-30FA-DD94-2B21DE13A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9142" y="4650190"/>
            <a:ext cx="238976" cy="238976"/>
          </a:xfrm>
          <a:prstGeom prst="rect">
            <a:avLst/>
          </a:prstGeom>
        </p:spPr>
      </p:pic>
      <p:pic>
        <p:nvPicPr>
          <p:cNvPr id="21" name="Graphic 20" descr="Apple outline">
            <a:extLst>
              <a:ext uri="{FF2B5EF4-FFF2-40B4-BE49-F238E27FC236}">
                <a16:creationId xmlns:a16="http://schemas.microsoft.com/office/drawing/2014/main" id="{E5E6445B-48D9-FF6C-51EB-BCF1273A0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441" y="4802333"/>
            <a:ext cx="238976" cy="238976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9331C07C-B77B-A17F-03A7-8F28AB44BDC5}"/>
              </a:ext>
            </a:extLst>
          </p:cNvPr>
          <p:cNvSpPr/>
          <p:nvPr/>
        </p:nvSpPr>
        <p:spPr bwMode="auto">
          <a:xfrm>
            <a:off x="4990718" y="4593900"/>
            <a:ext cx="1904999" cy="685800"/>
          </a:xfrm>
          <a:prstGeom prst="arc">
            <a:avLst>
              <a:gd name="adj1" fmla="val 2602989"/>
              <a:gd name="adj2" fmla="val 8444046"/>
            </a:avLst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2F40CEF-59E6-FBAC-5415-765C234D7FF8}"/>
              </a:ext>
            </a:extLst>
          </p:cNvPr>
          <p:cNvSpPr/>
          <p:nvPr/>
        </p:nvSpPr>
        <p:spPr bwMode="auto">
          <a:xfrm>
            <a:off x="3211393" y="4574980"/>
            <a:ext cx="1904999" cy="685800"/>
          </a:xfrm>
          <a:prstGeom prst="arc">
            <a:avLst>
              <a:gd name="adj1" fmla="val 2602989"/>
              <a:gd name="adj2" fmla="val 8444046"/>
            </a:avLst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-25000">
              <a:ln>
                <a:noFill/>
              </a:ln>
              <a:effectLst/>
              <a:latin typeface="Arial" charset="0"/>
            </a:endParaRPr>
          </a:p>
        </p:txBody>
      </p:sp>
      <p:pic>
        <p:nvPicPr>
          <p:cNvPr id="24" name="Graphic 23" descr="Apple outline">
            <a:extLst>
              <a:ext uri="{FF2B5EF4-FFF2-40B4-BE49-F238E27FC236}">
                <a16:creationId xmlns:a16="http://schemas.microsoft.com/office/drawing/2014/main" id="{6CD7AB79-BB13-AD5C-83B9-9F5A60B94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8843" y="5314464"/>
            <a:ext cx="238976" cy="238976"/>
          </a:xfrm>
          <a:prstGeom prst="rect">
            <a:avLst/>
          </a:prstGeom>
        </p:spPr>
      </p:pic>
      <p:pic>
        <p:nvPicPr>
          <p:cNvPr id="25" name="Graphic 24" descr="Apple outline">
            <a:extLst>
              <a:ext uri="{FF2B5EF4-FFF2-40B4-BE49-F238E27FC236}">
                <a16:creationId xmlns:a16="http://schemas.microsoft.com/office/drawing/2014/main" id="{8F2F95F3-A880-29C1-450C-F91B57B0C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8470" y="4006559"/>
            <a:ext cx="238976" cy="238976"/>
          </a:xfrm>
          <a:prstGeom prst="rect">
            <a:avLst/>
          </a:prstGeom>
        </p:spPr>
      </p:pic>
      <p:pic>
        <p:nvPicPr>
          <p:cNvPr id="26" name="Graphic 25" descr="Apple outline">
            <a:extLst>
              <a:ext uri="{FF2B5EF4-FFF2-40B4-BE49-F238E27FC236}">
                <a16:creationId xmlns:a16="http://schemas.microsoft.com/office/drawing/2014/main" id="{63029978-6826-4D61-DF85-C920213D6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6997" y="4025264"/>
            <a:ext cx="238976" cy="238976"/>
          </a:xfrm>
          <a:prstGeom prst="rect">
            <a:avLst/>
          </a:prstGeom>
        </p:spPr>
      </p:pic>
      <p:pic>
        <p:nvPicPr>
          <p:cNvPr id="27" name="Graphic 26" descr="Apple outline">
            <a:extLst>
              <a:ext uri="{FF2B5EF4-FFF2-40B4-BE49-F238E27FC236}">
                <a16:creationId xmlns:a16="http://schemas.microsoft.com/office/drawing/2014/main" id="{DF138A94-11B8-52AE-5382-EBB485E9D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9039" y="4798392"/>
            <a:ext cx="238976" cy="2389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A856A37-EA27-638B-3738-8CF195630212}"/>
              </a:ext>
            </a:extLst>
          </p:cNvPr>
          <p:cNvSpPr txBox="1"/>
          <p:nvPr/>
        </p:nvSpPr>
        <p:spPr>
          <a:xfrm>
            <a:off x="4747250" y="5652755"/>
            <a:ext cx="75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F732D-4BE3-FA44-772C-A6A2379E945F}"/>
              </a:ext>
            </a:extLst>
          </p:cNvPr>
          <p:cNvSpPr txBox="1"/>
          <p:nvPr/>
        </p:nvSpPr>
        <p:spPr>
          <a:xfrm>
            <a:off x="6322211" y="5652755"/>
            <a:ext cx="114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right neighbor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B64D20-5193-419A-3435-D6DFB9F7403A}"/>
              </a:ext>
            </a:extLst>
          </p:cNvPr>
          <p:cNvSpPr txBox="1"/>
          <p:nvPr/>
        </p:nvSpPr>
        <p:spPr>
          <a:xfrm>
            <a:off x="2860120" y="5652755"/>
            <a:ext cx="114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left neighbor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37BFB0-926E-FA2E-13A1-1B14D9337F84}"/>
              </a:ext>
            </a:extLst>
          </p:cNvPr>
          <p:cNvCxnSpPr>
            <a:stCxn id="5" idx="1"/>
          </p:cNvCxnSpPr>
          <p:nvPr/>
        </p:nvCxnSpPr>
        <p:spPr>
          <a:xfrm>
            <a:off x="4774013" y="3903025"/>
            <a:ext cx="4231712" cy="134594"/>
          </a:xfrm>
          <a:prstGeom prst="straightConnector1">
            <a:avLst/>
          </a:prstGeom>
          <a:ln>
            <a:solidFill>
              <a:srgbClr val="BF5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F3D752-8C79-7363-4362-EDD4421980E8}"/>
              </a:ext>
            </a:extLst>
          </p:cNvPr>
          <p:cNvSpPr txBox="1"/>
          <p:nvPr/>
        </p:nvSpPr>
        <p:spPr>
          <a:xfrm>
            <a:off x="8015497" y="5697208"/>
            <a:ext cx="3944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the extremely small timesteps needed to fulfil Courant’s Law, this approach is NOT favored</a:t>
            </a:r>
          </a:p>
        </p:txBody>
      </p:sp>
    </p:spTree>
    <p:extLst>
      <p:ext uri="{BB962C8B-B14F-4D97-AF65-F5344CB8AC3E}">
        <p14:creationId xmlns:p14="http://schemas.microsoft.com/office/powerpoint/2010/main" val="248328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2C84-37CE-6B64-5F00-83CC03B0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CD0D-1382-31AE-F52C-3191DA5B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way to model oxygen: Gaussian convolutions, favored by Orth and the Swiss</a:t>
            </a:r>
          </a:p>
          <a:p>
            <a:r>
              <a:rPr lang="en-US" dirty="0">
                <a:hlinkClick r:id="rId2"/>
              </a:rPr>
              <a:t>https://en.wikipedia.org/wiki/Kernel_(image_processing)#Convolution</a:t>
            </a:r>
            <a:endParaRPr lang="en-US" dirty="0"/>
          </a:p>
          <a:p>
            <a:r>
              <a:rPr lang="en-US" dirty="0"/>
              <a:t>It gives the exact same results (to 8-bit accuracy) while running 10x faster</a:t>
            </a:r>
          </a:p>
        </p:txBody>
      </p:sp>
    </p:spTree>
    <p:extLst>
      <p:ext uri="{BB962C8B-B14F-4D97-AF65-F5344CB8AC3E}">
        <p14:creationId xmlns:p14="http://schemas.microsoft.com/office/powerpoint/2010/main" val="413006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125C-0CB0-DBDD-F7BC-25CE31BD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653D4-C60F-AF5B-B7E4-0D4A2FA4E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other diffusion? </a:t>
            </a:r>
            <a:r>
              <a:rPr lang="en-US" dirty="0" err="1"/>
              <a:t>Photoradicals</a:t>
            </a:r>
            <a:r>
              <a:rPr lang="en-US" dirty="0"/>
              <a:t>, </a:t>
            </a:r>
            <a:r>
              <a:rPr lang="en-US" dirty="0" err="1"/>
              <a:t>photoinitiators</a:t>
            </a:r>
            <a:r>
              <a:rPr lang="en-US" dirty="0"/>
              <a:t>, monomers</a:t>
            </a:r>
          </a:p>
          <a:p>
            <a:pPr lvl="1"/>
            <a:r>
              <a:rPr lang="en-US" dirty="0"/>
              <a:t>Much larger molecules, so technically the effects will be much smaller</a:t>
            </a:r>
          </a:p>
          <a:p>
            <a:pPr lvl="1"/>
            <a:r>
              <a:rPr lang="en-US" dirty="0"/>
              <a:t>So technically these are facilitators, in the sense that if a pixel has zero light, it’s possible for it to still cure if the neighbors have light.</a:t>
            </a:r>
          </a:p>
          <a:p>
            <a:pPr lvl="1"/>
            <a:r>
              <a:rPr lang="en-US" dirty="0"/>
              <a:t>We define oxygen as inhibitive diffusion, in the sense that if a pixel has light, it’s possible for it to NOT cure if the neighbors have zero light.</a:t>
            </a:r>
          </a:p>
          <a:p>
            <a:pPr lvl="1"/>
            <a:r>
              <a:rPr lang="en-US" dirty="0"/>
              <a:t>Hence, the inhibitive effect should be bigger than the facilitative effect</a:t>
            </a:r>
          </a:p>
          <a:p>
            <a:pPr lvl="1"/>
            <a:r>
              <a:rPr lang="en-US" dirty="0"/>
              <a:t>I.e., the effect for external corners is much bigger than internal corners (e.g., in an L-shape)</a:t>
            </a:r>
          </a:p>
        </p:txBody>
      </p:sp>
    </p:spTree>
    <p:extLst>
      <p:ext uri="{BB962C8B-B14F-4D97-AF65-F5344CB8AC3E}">
        <p14:creationId xmlns:p14="http://schemas.microsoft.com/office/powerpoint/2010/main" val="1463563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AEC9-BE22-9BFC-942C-7BFA93CC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“Diffusion”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4230-E192-8320-CB8B-64330E1B7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other contributors to blur?</a:t>
            </a:r>
          </a:p>
          <a:p>
            <a:r>
              <a:rPr lang="en-US" dirty="0"/>
              <a:t>Yes, light easily scatters / diverges during propagation through air, through the air-resin interface, etc.</a:t>
            </a:r>
          </a:p>
          <a:p>
            <a:r>
              <a:rPr lang="en-US" dirty="0"/>
              <a:t>We model it simply as a Gaussian kernel convolution (again)</a:t>
            </a:r>
          </a:p>
          <a:p>
            <a:pPr lvl="1"/>
            <a:r>
              <a:rPr lang="en-US" dirty="0"/>
              <a:t>For light, we blur light ONCE per simulation.</a:t>
            </a:r>
          </a:p>
          <a:p>
            <a:pPr lvl="1"/>
            <a:r>
              <a:rPr lang="en-US" dirty="0"/>
              <a:t>For oxygen, we blur oxygen every time step in each simulation.</a:t>
            </a:r>
          </a:p>
          <a:p>
            <a:r>
              <a:rPr lang="en-US" dirty="0"/>
              <a:t>This results in both facilitative and inhibitive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8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B642-F6E2-CE38-F99B-3FDE7E31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7AA3-F836-FABB-1469-637DE0A1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simulation for VPP (2D at first), and comparing to experimental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85396-F5F5-311C-79E7-088781FD6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0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0F5B-FFE0-FFD3-A50F-731AB643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28B4-9422-395B-3CB9-2B2CB036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DBE7F-084A-1B3D-5A54-95FF4346CBEE}"/>
              </a:ext>
            </a:extLst>
          </p:cNvPr>
          <p:cNvSpPr/>
          <p:nvPr/>
        </p:nvSpPr>
        <p:spPr>
          <a:xfrm>
            <a:off x="3115244" y="2421210"/>
            <a:ext cx="5572862" cy="419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2B4A86-E962-9207-8BF1-5CF8ED369407}"/>
              </a:ext>
            </a:extLst>
          </p:cNvPr>
          <p:cNvSpPr/>
          <p:nvPr/>
        </p:nvSpPr>
        <p:spPr>
          <a:xfrm>
            <a:off x="3301324" y="3756414"/>
            <a:ext cx="2331371" cy="24934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8F2D7-A32A-8BF8-6F55-4D6240139C36}"/>
              </a:ext>
            </a:extLst>
          </p:cNvPr>
          <p:cNvSpPr txBox="1"/>
          <p:nvPr/>
        </p:nvSpPr>
        <p:spPr>
          <a:xfrm>
            <a:off x="3498152" y="3875987"/>
            <a:ext cx="209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Radicals try to convert oxygen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E810F9-B5DF-288D-02FA-57A7535DA50B}"/>
              </a:ext>
            </a:extLst>
          </p:cNvPr>
          <p:cNvCxnSpPr>
            <a:cxnSpLocks/>
          </p:cNvCxnSpPr>
          <p:nvPr/>
        </p:nvCxnSpPr>
        <p:spPr bwMode="auto">
          <a:xfrm flipV="1">
            <a:off x="3627058" y="4605009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6770C1-F9CC-D1A4-DA47-2D038156F879}"/>
              </a:ext>
            </a:extLst>
          </p:cNvPr>
          <p:cNvCxnSpPr>
            <a:cxnSpLocks/>
          </p:cNvCxnSpPr>
          <p:nvPr/>
        </p:nvCxnSpPr>
        <p:spPr bwMode="auto">
          <a:xfrm>
            <a:off x="3627058" y="6023338"/>
            <a:ext cx="1582766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E42805-A673-093A-A7CB-1B4D1CAA267B}"/>
              </a:ext>
            </a:extLst>
          </p:cNvPr>
          <p:cNvCxnSpPr>
            <a:cxnSpLocks/>
          </p:cNvCxnSpPr>
          <p:nvPr/>
        </p:nvCxnSpPr>
        <p:spPr bwMode="auto">
          <a:xfrm>
            <a:off x="3627057" y="4850672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5EF221-56BC-BBAC-CFF1-38955D2B2905}"/>
              </a:ext>
            </a:extLst>
          </p:cNvPr>
          <p:cNvSpPr txBox="1"/>
          <p:nvPr/>
        </p:nvSpPr>
        <p:spPr>
          <a:xfrm>
            <a:off x="4404776" y="4988612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491C1-1D22-9693-4EFE-FA7E3F036F87}"/>
              </a:ext>
            </a:extLst>
          </p:cNvPr>
          <p:cNvSpPr txBox="1"/>
          <p:nvPr/>
        </p:nvSpPr>
        <p:spPr>
          <a:xfrm>
            <a:off x="4857556" y="5568222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B41C22-3DC1-37D0-AC3B-ED19B21A0BF7}"/>
              </a:ext>
            </a:extLst>
          </p:cNvPr>
          <p:cNvSpPr/>
          <p:nvPr/>
        </p:nvSpPr>
        <p:spPr>
          <a:xfrm>
            <a:off x="6413188" y="3752037"/>
            <a:ext cx="2094046" cy="2529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5D1B2-8A3C-69C5-6B04-43B17BECD7D5}"/>
              </a:ext>
            </a:extLst>
          </p:cNvPr>
          <p:cNvSpPr txBox="1"/>
          <p:nvPr/>
        </p:nvSpPr>
        <p:spPr>
          <a:xfrm>
            <a:off x="6588807" y="3862763"/>
            <a:ext cx="1829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Any leftover radicals try to increase cure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FF6B15-5420-03FB-72DB-7BC1D40FE30E}"/>
              </a:ext>
            </a:extLst>
          </p:cNvPr>
          <p:cNvCxnSpPr>
            <a:cxnSpLocks/>
          </p:cNvCxnSpPr>
          <p:nvPr/>
        </p:nvCxnSpPr>
        <p:spPr bwMode="auto">
          <a:xfrm flipV="1">
            <a:off x="6706597" y="4847475"/>
            <a:ext cx="0" cy="1197224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2C8B6C-5933-9659-B184-0F38318F7888}"/>
              </a:ext>
            </a:extLst>
          </p:cNvPr>
          <p:cNvCxnSpPr>
            <a:cxnSpLocks/>
          </p:cNvCxnSpPr>
          <p:nvPr/>
        </p:nvCxnSpPr>
        <p:spPr bwMode="auto">
          <a:xfrm>
            <a:off x="6706597" y="6044699"/>
            <a:ext cx="158631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4D21EA6-DA77-D327-0191-8FF06EAA5981}"/>
              </a:ext>
            </a:extLst>
          </p:cNvPr>
          <p:cNvSpPr txBox="1"/>
          <p:nvPr/>
        </p:nvSpPr>
        <p:spPr>
          <a:xfrm>
            <a:off x="7132136" y="4825031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C1F9DA-BC3F-0280-7068-3F2CF6594803}"/>
              </a:ext>
            </a:extLst>
          </p:cNvPr>
          <p:cNvCxnSpPr>
            <a:cxnSpLocks/>
          </p:cNvCxnSpPr>
          <p:nvPr/>
        </p:nvCxnSpPr>
        <p:spPr bwMode="auto">
          <a:xfrm>
            <a:off x="5161413" y="5516552"/>
            <a:ext cx="1545184" cy="10742"/>
          </a:xfrm>
          <a:prstGeom prst="line">
            <a:avLst/>
          </a:prstGeom>
          <a:ln>
            <a:solidFill>
              <a:srgbClr val="00B0F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0948FA2-336A-079C-964E-B8DDD7CEE73D}"/>
              </a:ext>
            </a:extLst>
          </p:cNvPr>
          <p:cNvSpPr/>
          <p:nvPr/>
        </p:nvSpPr>
        <p:spPr>
          <a:xfrm>
            <a:off x="5786380" y="4604098"/>
            <a:ext cx="53049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8A2BA74-E362-0EA2-CA6A-192FD455716B}"/>
              </a:ext>
            </a:extLst>
          </p:cNvPr>
          <p:cNvSpPr/>
          <p:nvPr/>
        </p:nvSpPr>
        <p:spPr>
          <a:xfrm>
            <a:off x="6729088" y="4999131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1A0F52-C3F5-BE24-67BB-6AB403219B55}"/>
              </a:ext>
            </a:extLst>
          </p:cNvPr>
          <p:cNvCxnSpPr>
            <a:cxnSpLocks/>
          </p:cNvCxnSpPr>
          <p:nvPr/>
        </p:nvCxnSpPr>
        <p:spPr bwMode="auto">
          <a:xfrm>
            <a:off x="3624683" y="4861414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EB26E0-B37C-B702-6FD0-893F87241A75}"/>
              </a:ext>
            </a:extLst>
          </p:cNvPr>
          <p:cNvCxnSpPr>
            <a:cxnSpLocks/>
          </p:cNvCxnSpPr>
          <p:nvPr/>
        </p:nvCxnSpPr>
        <p:spPr bwMode="auto">
          <a:xfrm>
            <a:off x="3634741" y="5134535"/>
            <a:ext cx="1473744" cy="37886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4E9B68-BCED-7FE2-7ADB-6DA8A7A3B3BC}"/>
              </a:ext>
            </a:extLst>
          </p:cNvPr>
          <p:cNvCxnSpPr>
            <a:cxnSpLocks/>
          </p:cNvCxnSpPr>
          <p:nvPr/>
        </p:nvCxnSpPr>
        <p:spPr bwMode="auto">
          <a:xfrm>
            <a:off x="6729088" y="5538036"/>
            <a:ext cx="1423894" cy="411857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F819AE-24DD-13ED-6B03-320162D6248A}"/>
              </a:ext>
            </a:extLst>
          </p:cNvPr>
          <p:cNvSpPr/>
          <p:nvPr/>
        </p:nvSpPr>
        <p:spPr>
          <a:xfrm>
            <a:off x="6585980" y="1675897"/>
            <a:ext cx="2107145" cy="380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Light scattering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7744E48-3442-5211-DA0C-AE343E6F68AA}"/>
              </a:ext>
            </a:extLst>
          </p:cNvPr>
          <p:cNvSpPr/>
          <p:nvPr/>
        </p:nvSpPr>
        <p:spPr>
          <a:xfrm rot="5400000">
            <a:off x="7426933" y="1961609"/>
            <a:ext cx="370957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BE3B89-4D73-8E27-0698-815CDE1F9E8E}"/>
              </a:ext>
            </a:extLst>
          </p:cNvPr>
          <p:cNvSpPr/>
          <p:nvPr/>
        </p:nvSpPr>
        <p:spPr>
          <a:xfrm>
            <a:off x="3362867" y="2555321"/>
            <a:ext cx="2148724" cy="6767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Oxygen is diffused by Fick’s Laws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3FDF0B2-ABED-7568-A00D-CB07899662D9}"/>
              </a:ext>
            </a:extLst>
          </p:cNvPr>
          <p:cNvSpPr/>
          <p:nvPr/>
        </p:nvSpPr>
        <p:spPr>
          <a:xfrm rot="5400000">
            <a:off x="4263025" y="3159393"/>
            <a:ext cx="31083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BA364-1322-95F7-DA5B-EDFD52CE0A31}"/>
              </a:ext>
            </a:extLst>
          </p:cNvPr>
          <p:cNvSpPr txBox="1"/>
          <p:nvPr/>
        </p:nvSpPr>
        <p:spPr>
          <a:xfrm>
            <a:off x="3079751" y="6251881"/>
            <a:ext cx="5073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Chemical model in each pixel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9710AC5-F6CC-D7EE-7A80-5D4043F48A6A}"/>
              </a:ext>
            </a:extLst>
          </p:cNvPr>
          <p:cNvSpPr/>
          <p:nvPr/>
        </p:nvSpPr>
        <p:spPr>
          <a:xfrm>
            <a:off x="5932081" y="1519762"/>
            <a:ext cx="530492" cy="7189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6C99DC-083F-17DA-5E06-286B4B88E213}"/>
              </a:ext>
            </a:extLst>
          </p:cNvPr>
          <p:cNvSpPr/>
          <p:nvPr/>
        </p:nvSpPr>
        <p:spPr>
          <a:xfrm>
            <a:off x="3168710" y="1573950"/>
            <a:ext cx="2596597" cy="645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Import original shape as the projected image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B13774-6252-B215-5458-B976AE3E12E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42665" y="3363455"/>
            <a:ext cx="0" cy="31083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31BAE3-3055-AED7-43DD-0764B5B75A8E}"/>
              </a:ext>
            </a:extLst>
          </p:cNvPr>
          <p:cNvSpPr txBox="1"/>
          <p:nvPr/>
        </p:nvSpPr>
        <p:spPr>
          <a:xfrm>
            <a:off x="6298672" y="3321595"/>
            <a:ext cx="167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time-step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290ED2-0A10-2D78-EE12-43F5C1BAE4C5}"/>
              </a:ext>
            </a:extLst>
          </p:cNvPr>
          <p:cNvCxnSpPr>
            <a:cxnSpLocks/>
          </p:cNvCxnSpPr>
          <p:nvPr/>
        </p:nvCxnSpPr>
        <p:spPr bwMode="auto">
          <a:xfrm flipV="1">
            <a:off x="3634741" y="6003650"/>
            <a:ext cx="1470602" cy="7427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1EF951-FA7B-C1DD-6040-5B425D263D5D}"/>
              </a:ext>
            </a:extLst>
          </p:cNvPr>
          <p:cNvSpPr txBox="1"/>
          <p:nvPr/>
        </p:nvSpPr>
        <p:spPr>
          <a:xfrm>
            <a:off x="3870312" y="5675468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Cure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B5139B0-784E-389F-1AE1-5182ACB7ADE8}"/>
              </a:ext>
            </a:extLst>
          </p:cNvPr>
          <p:cNvCxnSpPr>
            <a:cxnSpLocks/>
          </p:cNvCxnSpPr>
          <p:nvPr/>
        </p:nvCxnSpPr>
        <p:spPr bwMode="auto">
          <a:xfrm flipV="1">
            <a:off x="6736197" y="6019997"/>
            <a:ext cx="1416785" cy="422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E32910B-21A2-2B19-1700-AE663273F684}"/>
              </a:ext>
            </a:extLst>
          </p:cNvPr>
          <p:cNvSpPr txBox="1"/>
          <p:nvPr/>
        </p:nvSpPr>
        <p:spPr>
          <a:xfrm>
            <a:off x="7141122" y="5660038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54B990-A576-E451-34A5-BFCDFDB94689}"/>
              </a:ext>
            </a:extLst>
          </p:cNvPr>
          <p:cNvSpPr txBox="1"/>
          <p:nvPr/>
        </p:nvSpPr>
        <p:spPr>
          <a:xfrm>
            <a:off x="5136295" y="583062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DA3A05-577B-DBE1-DF26-3BAF9C56ACC8}"/>
              </a:ext>
            </a:extLst>
          </p:cNvPr>
          <p:cNvSpPr txBox="1"/>
          <p:nvPr/>
        </p:nvSpPr>
        <p:spPr>
          <a:xfrm>
            <a:off x="8207336" y="5840150"/>
            <a:ext cx="71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C1133A-FBF7-42B8-8B61-5B67F8389C0F}"/>
              </a:ext>
            </a:extLst>
          </p:cNvPr>
          <p:cNvSpPr/>
          <p:nvPr/>
        </p:nvSpPr>
        <p:spPr>
          <a:xfrm>
            <a:off x="6788545" y="2564873"/>
            <a:ext cx="1629274" cy="6767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Assume light = radicals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AD7E6EF9-7734-F71B-8088-3411766CA527}"/>
              </a:ext>
            </a:extLst>
          </p:cNvPr>
          <p:cNvSpPr/>
          <p:nvPr/>
        </p:nvSpPr>
        <p:spPr>
          <a:xfrm rot="10800000">
            <a:off x="5698112" y="2658944"/>
            <a:ext cx="887868" cy="49835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D3170-E27D-EF72-0516-6CAB8BFEEB05}"/>
              </a:ext>
            </a:extLst>
          </p:cNvPr>
          <p:cNvSpPr txBox="1"/>
          <p:nvPr/>
        </p:nvSpPr>
        <p:spPr>
          <a:xfrm>
            <a:off x="7356314" y="5404998"/>
            <a:ext cx="104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Radicals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5DE73C-4CD0-3805-2C7F-D011310A4057}"/>
              </a:ext>
            </a:extLst>
          </p:cNvPr>
          <p:cNvCxnSpPr>
            <a:cxnSpLocks/>
          </p:cNvCxnSpPr>
          <p:nvPr/>
        </p:nvCxnSpPr>
        <p:spPr bwMode="auto">
          <a:xfrm>
            <a:off x="5169093" y="6024816"/>
            <a:ext cx="1545184" cy="10742"/>
          </a:xfrm>
          <a:prstGeom prst="line">
            <a:avLst/>
          </a:prstGeom>
          <a:ln>
            <a:solidFill>
              <a:srgbClr val="FF0000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D060DB-8D74-B062-6207-C9D86B1B86D5}"/>
              </a:ext>
            </a:extLst>
          </p:cNvPr>
          <p:cNvCxnSpPr>
            <a:cxnSpLocks/>
          </p:cNvCxnSpPr>
          <p:nvPr/>
        </p:nvCxnSpPr>
        <p:spPr bwMode="auto">
          <a:xfrm>
            <a:off x="5165254" y="6002752"/>
            <a:ext cx="1545184" cy="10742"/>
          </a:xfrm>
          <a:prstGeom prst="line">
            <a:avLst/>
          </a:prstGeom>
          <a:ln>
            <a:solidFill>
              <a:schemeClr val="accent6"/>
            </a:solidFill>
            <a:prstDash val="lgDash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07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5DCB-BFDF-4FAE-B136-477C36FB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required constants (for bulk curing)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5ABFB2-9233-409E-BC51-6CEABE18B294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218" y="1774195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1919B5-5930-74A6-EB77-B110E15C038A}"/>
              </a:ext>
            </a:extLst>
          </p:cNvPr>
          <p:cNvCxnSpPr>
            <a:cxnSpLocks/>
          </p:cNvCxnSpPr>
          <p:nvPr/>
        </p:nvCxnSpPr>
        <p:spPr bwMode="auto">
          <a:xfrm>
            <a:off x="974218" y="3192524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35FEF-B8C4-82C8-5F73-1AC01EEA81A1}"/>
              </a:ext>
            </a:extLst>
          </p:cNvPr>
          <p:cNvCxnSpPr>
            <a:cxnSpLocks/>
          </p:cNvCxnSpPr>
          <p:nvPr/>
        </p:nvCxnSpPr>
        <p:spPr bwMode="auto">
          <a:xfrm>
            <a:off x="974217" y="2019858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A71546-250B-6456-51FA-641E0A385588}"/>
              </a:ext>
            </a:extLst>
          </p:cNvPr>
          <p:cNvSpPr txBox="1"/>
          <p:nvPr/>
        </p:nvSpPr>
        <p:spPr>
          <a:xfrm>
            <a:off x="1436507" y="2569175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5ADE70-F1EB-6945-55D7-A15A79727509}"/>
              </a:ext>
            </a:extLst>
          </p:cNvPr>
          <p:cNvSpPr/>
          <p:nvPr/>
        </p:nvSpPr>
        <p:spPr>
          <a:xfrm>
            <a:off x="2453580" y="2129375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C8959A-D0D8-925A-782B-63F63AA85C1C}"/>
              </a:ext>
            </a:extLst>
          </p:cNvPr>
          <p:cNvCxnSpPr>
            <a:cxnSpLocks/>
          </p:cNvCxnSpPr>
          <p:nvPr/>
        </p:nvCxnSpPr>
        <p:spPr bwMode="auto">
          <a:xfrm>
            <a:off x="971843" y="2030600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C5B649-BAAF-8A95-0EEE-B83D6E71550D}"/>
              </a:ext>
            </a:extLst>
          </p:cNvPr>
          <p:cNvCxnSpPr>
            <a:cxnSpLocks/>
          </p:cNvCxnSpPr>
          <p:nvPr/>
        </p:nvCxnSpPr>
        <p:spPr bwMode="auto">
          <a:xfrm>
            <a:off x="973027" y="3172836"/>
            <a:ext cx="149149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A644640-7A8B-B765-BEE4-703F9A37600F}"/>
              </a:ext>
            </a:extLst>
          </p:cNvPr>
          <p:cNvSpPr txBox="1"/>
          <p:nvPr/>
        </p:nvSpPr>
        <p:spPr>
          <a:xfrm>
            <a:off x="3553019" y="2184220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575B60-0D9E-D1D4-E2BA-87C07D4BAD15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280" y="3163890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516BE9-A645-146A-6500-A5168C5F5ECE}"/>
              </a:ext>
            </a:extLst>
          </p:cNvPr>
          <p:cNvSpPr txBox="1"/>
          <p:nvPr/>
        </p:nvSpPr>
        <p:spPr>
          <a:xfrm>
            <a:off x="3553019" y="3218735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A574E3-C21B-5269-4379-CE3DA8994941}"/>
              </a:ext>
            </a:extLst>
          </p:cNvPr>
          <p:cNvSpPr txBox="1"/>
          <p:nvPr/>
        </p:nvSpPr>
        <p:spPr>
          <a:xfrm>
            <a:off x="4897616" y="1577549"/>
            <a:ext cx="6681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change x-axis to ‘dosage’, assuming each timestep will receive the same amount of 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DoC curve must come from AIE fluorescence units (0~255), nothing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to disregard blurring effects, simply by asking Xiaofeng to do AIE videos on big circles, and we analyze only the middle of the circle (far away from diffusing edges)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E51C8A-A30A-6709-8BEF-87939A550D5B}"/>
                  </a:ext>
                </a:extLst>
              </p:cNvPr>
              <p:cNvSpPr txBox="1"/>
              <p:nvPr/>
            </p:nvSpPr>
            <p:spPr>
              <a:xfrm>
                <a:off x="801214" y="3731099"/>
                <a:ext cx="9979785" cy="2868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Required constants: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What is the downslope of the O</a:t>
                </a:r>
                <a:r>
                  <a:rPr lang="en-US" baseline="-25000" dirty="0"/>
                  <a:t>2</a:t>
                </a:r>
                <a:r>
                  <a:rPr lang="en-US" dirty="0"/>
                  <a:t> = ‘LtoeatO2’ 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It’s linear (same timesteps = same dosage = same O</a:t>
                </a:r>
                <a:r>
                  <a:rPr lang="en-US" baseline="-25000" dirty="0"/>
                  <a:t>2</a:t>
                </a:r>
                <a:r>
                  <a:rPr lang="en-US" dirty="0"/>
                  <a:t> conversion)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don’t assume reciprocity, i.e., the downslope is a function dependent on intensity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What is the ‘upslope’ of the DoC?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Firstly, shape is DoC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⁡(−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i="1" dirty="0"/>
                  <a:t>t</a:t>
                </a:r>
                <a:r>
                  <a:rPr lang="en-US" dirty="0"/>
                  <a:t> &gt; 0, per some papers. We first fit the exponent = 1, 2, etc. This number is tied to the particular resin.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Secondly, fit K</a:t>
                </a:r>
                <a:r>
                  <a:rPr lang="en-US" baseline="-25000" dirty="0"/>
                  <a:t>2</a:t>
                </a:r>
                <a:r>
                  <a:rPr lang="en-US" dirty="0"/>
                  <a:t> as a function of intensity.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I.e., get Xiaofeng to give us big-circle videos for various intensities, then we fit LtoeatO2 and K</a:t>
                </a:r>
                <a:r>
                  <a:rPr lang="en-US" baseline="-25000" dirty="0"/>
                  <a:t>2</a:t>
                </a:r>
                <a:r>
                  <a:rPr lang="en-US" dirty="0"/>
                  <a:t> as a function of intensity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E51C8A-A30A-6709-8BEF-87939A550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14" y="3731099"/>
                <a:ext cx="9979785" cy="2868542"/>
              </a:xfrm>
              <a:prstGeom prst="rect">
                <a:avLst/>
              </a:prstGeom>
              <a:blipFill>
                <a:blip r:embed="rId2"/>
                <a:stretch>
                  <a:fillRect l="-549" t="-849" r="-611"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98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5E18-91E1-4D97-E1FB-93793F88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curing video example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26DE9A-F6CC-491E-9868-6B487CD8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87" y="1359318"/>
            <a:ext cx="6916550" cy="5198289"/>
          </a:xfrm>
          <a:prstGeom prst="rect">
            <a:avLst/>
          </a:prstGeom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A5A2CFD-8D86-BEE4-05A2-7A216A4B1ECF}"/>
              </a:ext>
            </a:extLst>
          </p:cNvPr>
          <p:cNvSpPr txBox="1">
            <a:spLocks/>
          </p:cNvSpPr>
          <p:nvPr/>
        </p:nvSpPr>
        <p:spPr>
          <a:xfrm>
            <a:off x="7674970" y="1556575"/>
            <a:ext cx="4349532" cy="14587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Fitting C &amp; D, ignore A &amp; B which depend on camera</a:t>
            </a:r>
          </a:p>
          <a:p>
            <a:r>
              <a:rPr lang="en-US" sz="2400" dirty="0"/>
              <a:t>Repeat for all videos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8BC716E1-8B78-7C19-8E99-8500D2BD9955}"/>
              </a:ext>
            </a:extLst>
          </p:cNvPr>
          <p:cNvSpPr/>
          <p:nvPr/>
        </p:nvSpPr>
        <p:spPr>
          <a:xfrm>
            <a:off x="1216900" y="5667019"/>
            <a:ext cx="457200" cy="406400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C451D3AC-1598-D82E-924D-5D25E91DAE3D}"/>
              </a:ext>
            </a:extLst>
          </p:cNvPr>
          <p:cNvSpPr/>
          <p:nvPr/>
        </p:nvSpPr>
        <p:spPr>
          <a:xfrm>
            <a:off x="3892913" y="2149119"/>
            <a:ext cx="670287" cy="3517411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1848FE-0623-6591-1F89-87E2A219CEF0}"/>
              </a:ext>
            </a:extLst>
          </p:cNvPr>
          <p:cNvSpPr/>
          <p:nvPr/>
        </p:nvSpPr>
        <p:spPr>
          <a:xfrm rot="16200000">
            <a:off x="-342087" y="3698519"/>
            <a:ext cx="1866900" cy="285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16-bit grayscale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E510BA8-3754-99F8-EC2D-6A8A94EB85D6}"/>
              </a:ext>
            </a:extLst>
          </p:cNvPr>
          <p:cNvSpPr/>
          <p:nvPr/>
        </p:nvSpPr>
        <p:spPr>
          <a:xfrm>
            <a:off x="1045208" y="4398583"/>
            <a:ext cx="1452753" cy="482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01D4311-1DCA-0CB1-252E-F2F7D7A07CF1}"/>
              </a:ext>
            </a:extLst>
          </p:cNvPr>
          <p:cNvSpPr/>
          <p:nvPr/>
        </p:nvSpPr>
        <p:spPr>
          <a:xfrm>
            <a:off x="2897018" y="4155719"/>
            <a:ext cx="354454" cy="123825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7CAC4E-08DB-920F-D6EC-7814291B21B0}"/>
              </a:ext>
            </a:extLst>
          </p:cNvPr>
          <p:cNvCxnSpPr>
            <a:cxnSpLocks/>
          </p:cNvCxnSpPr>
          <p:nvPr/>
        </p:nvCxnSpPr>
        <p:spPr bwMode="auto">
          <a:xfrm>
            <a:off x="2497966" y="4639883"/>
            <a:ext cx="0" cy="1027136"/>
          </a:xfrm>
          <a:prstGeom prst="line">
            <a:avLst/>
          </a:prstGeom>
          <a:noFill/>
          <a:ln w="222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EBD75A-C2EB-D23D-61AE-9C6861F63D5C}"/>
              </a:ext>
            </a:extLst>
          </p:cNvPr>
          <p:cNvCxnSpPr>
            <a:cxnSpLocks/>
          </p:cNvCxnSpPr>
          <p:nvPr/>
        </p:nvCxnSpPr>
        <p:spPr bwMode="auto">
          <a:xfrm flipH="1">
            <a:off x="2497961" y="5666531"/>
            <a:ext cx="1912834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63910-C3BD-EC9B-3F64-1BE945E6C6B9}"/>
                  </a:ext>
                </a:extLst>
              </p:cNvPr>
              <p:cNvSpPr txBox="1"/>
              <p:nvPr/>
            </p:nvSpPr>
            <p:spPr>
              <a:xfrm>
                <a:off x="4178664" y="3189377"/>
                <a:ext cx="2709203" cy="4968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Fit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/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;0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63910-C3BD-EC9B-3F64-1BE945E6C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664" y="3189377"/>
                <a:ext cx="2709203" cy="496867"/>
              </a:xfrm>
              <a:prstGeom prst="rect">
                <a:avLst/>
              </a:prstGeom>
              <a:blipFill>
                <a:blip r:embed="rId3"/>
                <a:stretch>
                  <a:fillRect l="-5169" t="-243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C8EAD3BD-4C48-11DE-41D2-7BA52CD3D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223054"/>
              </p:ext>
            </p:extLst>
          </p:nvPr>
        </p:nvGraphicFramePr>
        <p:xfrm>
          <a:off x="7640593" y="2882138"/>
          <a:ext cx="4349532" cy="3865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6306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67F5-8FCE-46DF-AFB5-9AA41353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required constants (for diffusive effects)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A8EC-EAE4-756D-4494-C20CDB11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8457"/>
          </a:xfrm>
        </p:spPr>
        <p:txBody>
          <a:bodyPr/>
          <a:lstStyle/>
          <a:p>
            <a:r>
              <a:rPr lang="en-US" dirty="0"/>
              <a:t>As before, get Xiaofeng to take some L-shape videos</a:t>
            </a:r>
          </a:p>
          <a:p>
            <a:pPr lvl="1"/>
            <a:r>
              <a:rPr lang="en-US" dirty="0"/>
              <a:t>Experimentally, we find that all blurring effects, when eyeballed to simulation results, give a very large error bar</a:t>
            </a:r>
          </a:p>
          <a:p>
            <a:pPr lvl="1"/>
            <a:r>
              <a:rPr lang="en-US" dirty="0"/>
              <a:t>Also, we find facilitative blurring effects ~ inhibitive, meaning, chemical effects are near zero. Most blurring comes from light scattering</a:t>
            </a:r>
          </a:p>
          <a:p>
            <a:pPr lvl="1"/>
            <a:r>
              <a:rPr lang="en-US" dirty="0"/>
              <a:t>Experimentally, she’s done two intensities: blurring doesn’t change a lot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C6A79-3A08-357B-7C54-178D489B1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4" y="4846598"/>
            <a:ext cx="1308127" cy="1291114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523155-DAA0-4453-96CD-D4A84271C54A}"/>
              </a:ext>
            </a:extLst>
          </p:cNvPr>
          <p:cNvSpPr txBox="1"/>
          <p:nvPr/>
        </p:nvSpPr>
        <p:spPr>
          <a:xfrm>
            <a:off x="1364911" y="4396983"/>
            <a:ext cx="2542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experimental, t=2.8s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3A754-21AB-3969-CA37-B342325A2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50" y="4812777"/>
            <a:ext cx="1434637" cy="1434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4FE8E-0C7B-FE11-C8B9-7334DEED7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558" y="4812777"/>
            <a:ext cx="1434637" cy="1434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314D4-A850-3845-4612-2389EE79D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940" y="4812777"/>
            <a:ext cx="1435671" cy="1435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325344-C31D-768A-F08B-ECC8CD98FAA5}"/>
              </a:ext>
            </a:extLst>
          </p:cNvPr>
          <p:cNvSpPr txBox="1"/>
          <p:nvPr/>
        </p:nvSpPr>
        <p:spPr>
          <a:xfrm>
            <a:off x="4016300" y="4404987"/>
            <a:ext cx="7389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Simulation if kernel size is:	300um 		500um		600um</a:t>
            </a:r>
          </a:p>
        </p:txBody>
      </p:sp>
    </p:spTree>
    <p:extLst>
      <p:ext uri="{BB962C8B-B14F-4D97-AF65-F5344CB8AC3E}">
        <p14:creationId xmlns:p14="http://schemas.microsoft.com/office/powerpoint/2010/main" val="3239952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7221-4A5E-04C6-73FC-67EE2B7C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for her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1E46-4F6E-8B64-421F-711CEE8B9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Technically, it’s fluorescence. Meaning, if no UV, then no red light</a:t>
            </a:r>
          </a:p>
          <a:p>
            <a:pPr lvl="1"/>
            <a:r>
              <a:rPr lang="en-US" dirty="0"/>
              <a:t>Which means, whenever we are interested in timestep t=?, we will STOP the UV light at that timestep, and then do a big blast of UV across the ENTIRE SETUP. </a:t>
            </a:r>
          </a:p>
          <a:p>
            <a:pPr lvl="1"/>
            <a:endParaRPr lang="en-US" dirty="0"/>
          </a:p>
          <a:p>
            <a:r>
              <a:rPr lang="en-US" dirty="0"/>
              <a:t>Note: any time the setup / resin changes, ask her to redo all videos</a:t>
            </a:r>
          </a:p>
        </p:txBody>
      </p:sp>
    </p:spTree>
    <p:extLst>
      <p:ext uri="{BB962C8B-B14F-4D97-AF65-F5344CB8AC3E}">
        <p14:creationId xmlns:p14="http://schemas.microsoft.com/office/powerpoint/2010/main" val="316611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27DA-20E4-34B7-C99D-0B3A92FB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really checking? ‘Blur’?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9894C-C8D3-2ACA-BB0D-9E2CA607D3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Zak asks for a better metric for comparing two images (experimental/simulation or experimental/experimental, etc.)</a:t>
                </a:r>
              </a:p>
              <a:p>
                <a:pPr lvl="1"/>
                <a:r>
                  <a:rPr lang="en-US" dirty="0"/>
                  <a:t>Peak signal-to-noise ratio, PSNR, MATLAB app / Python app from Jack</a:t>
                </a:r>
              </a:p>
              <a:p>
                <a:pPr lvl="1"/>
                <a:r>
                  <a:rPr lang="en-US" dirty="0"/>
                  <a:t>Contrast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𝑆𝑡𝑟𝑜𝑛𝑔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𝑊𝑒𝑎𝑘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𝑆𝑡𝑟𝑜𝑛𝑔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𝑊𝑒𝑎𝑘</m:t>
                        </m:r>
                      </m:den>
                    </m:f>
                  </m:oMath>
                </a14:m>
                <a:r>
                  <a:rPr lang="en-US" dirty="0"/>
                  <a:t> , favored by Rajesh Menon, but it is more sensitive to weak than strong</a:t>
                </a:r>
              </a:p>
              <a:p>
                <a:endParaRPr lang="en-US" dirty="0"/>
              </a:p>
              <a:p>
                <a:r>
                  <a:rPr lang="en-US" dirty="0"/>
                  <a:t>Zak + Xiaofeng ask for a better metric on ‘blur’</a:t>
                </a:r>
              </a:p>
              <a:p>
                <a:pPr lvl="1"/>
                <a:r>
                  <a:rPr lang="en-US" dirty="0"/>
                  <a:t>Note: This is NOT a comparison</a:t>
                </a:r>
              </a:p>
              <a:p>
                <a:pPr lvl="1"/>
                <a:r>
                  <a:rPr lang="en-US" dirty="0"/>
                  <a:t>Variance of Laplacian (see MATLAB code)</a:t>
                </a:r>
              </a:p>
              <a:p>
                <a:pPr lvl="1"/>
                <a:r>
                  <a:rPr lang="en-US" dirty="0"/>
                  <a:t>Width of blur (draw a line across the boundary of interest, see MATLAB code)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9894C-C8D3-2ACA-BB0D-9E2CA607D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554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C582-4010-C1AC-B490-337AEE4E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61AD-DB44-1001-6385-BD193F22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976DE-3C98-DB27-C1A2-F75F9E5E2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94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7548-57FF-3105-B297-2D2B685C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9B22-0A37-7509-9C96-6114E2AD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to find minimum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3BAB0F-5927-2164-2F8D-35B2E803B95F}"/>
              </a:ext>
            </a:extLst>
          </p:cNvPr>
          <p:cNvCxnSpPr>
            <a:cxnSpLocks/>
          </p:cNvCxnSpPr>
          <p:nvPr/>
        </p:nvCxnSpPr>
        <p:spPr>
          <a:xfrm flipV="1">
            <a:off x="1171422" y="1761916"/>
            <a:ext cx="0" cy="3666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7218C7-604E-31D0-7A59-EF381D3A34E0}"/>
              </a:ext>
            </a:extLst>
          </p:cNvPr>
          <p:cNvCxnSpPr>
            <a:cxnSpLocks/>
          </p:cNvCxnSpPr>
          <p:nvPr/>
        </p:nvCxnSpPr>
        <p:spPr>
          <a:xfrm>
            <a:off x="1171422" y="5428895"/>
            <a:ext cx="4580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0A442D-8B76-217C-C750-3AC4B94F3731}"/>
              </a:ext>
            </a:extLst>
          </p:cNvPr>
          <p:cNvSpPr txBox="1"/>
          <p:nvPr/>
        </p:nvSpPr>
        <p:spPr>
          <a:xfrm>
            <a:off x="5467148" y="5428895"/>
            <a:ext cx="74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536149A7-3A40-E2D0-D395-1133EC1A735F}"/>
              </a:ext>
            </a:extLst>
          </p:cNvPr>
          <p:cNvSpPr/>
          <p:nvPr/>
        </p:nvSpPr>
        <p:spPr>
          <a:xfrm>
            <a:off x="1916619" y="2875666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DDC422D-231C-0811-8FE6-30DC1BE25C87}"/>
              </a:ext>
            </a:extLst>
          </p:cNvPr>
          <p:cNvSpPr/>
          <p:nvPr/>
        </p:nvSpPr>
        <p:spPr>
          <a:xfrm>
            <a:off x="1842279" y="2619187"/>
            <a:ext cx="106430" cy="721113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03E1DF-0B2E-B183-D7BB-66661E3AA5E9}"/>
              </a:ext>
            </a:extLst>
          </p:cNvPr>
          <p:cNvCxnSpPr>
            <a:cxnSpLocks/>
          </p:cNvCxnSpPr>
          <p:nvPr/>
        </p:nvCxnSpPr>
        <p:spPr>
          <a:xfrm>
            <a:off x="2154511" y="2524852"/>
            <a:ext cx="147854" cy="909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64A40D9-EFD2-C9DF-88BC-65714A7E2E80}"/>
              </a:ext>
            </a:extLst>
          </p:cNvPr>
          <p:cNvSpPr/>
          <p:nvPr/>
        </p:nvSpPr>
        <p:spPr>
          <a:xfrm>
            <a:off x="2259383" y="3929707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A46FAE5-C480-A7E9-7B0B-AF340B0F2DEB}"/>
              </a:ext>
            </a:extLst>
          </p:cNvPr>
          <p:cNvSpPr/>
          <p:nvPr/>
        </p:nvSpPr>
        <p:spPr>
          <a:xfrm>
            <a:off x="2132797" y="4028996"/>
            <a:ext cx="191282" cy="340983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DEECEC-B120-1949-A4B3-379C088A238C}"/>
              </a:ext>
            </a:extLst>
          </p:cNvPr>
          <p:cNvCxnSpPr>
            <a:cxnSpLocks/>
          </p:cNvCxnSpPr>
          <p:nvPr/>
        </p:nvCxnSpPr>
        <p:spPr>
          <a:xfrm>
            <a:off x="2457974" y="3723409"/>
            <a:ext cx="227281" cy="414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E84B0EC0-98EE-DC89-5992-D01C838F89B4}"/>
              </a:ext>
            </a:extLst>
          </p:cNvPr>
          <p:cNvSpPr/>
          <p:nvPr/>
        </p:nvSpPr>
        <p:spPr>
          <a:xfrm>
            <a:off x="2497275" y="4369979"/>
            <a:ext cx="237892" cy="2081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51A6EBA-B027-7160-51E3-9DE20FEB0B69}"/>
              </a:ext>
            </a:extLst>
          </p:cNvPr>
          <p:cNvSpPr/>
          <p:nvPr/>
        </p:nvSpPr>
        <p:spPr>
          <a:xfrm>
            <a:off x="2416939" y="4583311"/>
            <a:ext cx="160672" cy="171387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2DF897-D78F-C139-A8F3-1D7BC2506CB8}"/>
              </a:ext>
            </a:extLst>
          </p:cNvPr>
          <p:cNvCxnSpPr>
            <a:cxnSpLocks/>
          </p:cNvCxnSpPr>
          <p:nvPr/>
        </p:nvCxnSpPr>
        <p:spPr>
          <a:xfrm>
            <a:off x="2685255" y="4269468"/>
            <a:ext cx="204027" cy="182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91BA530A-0181-B5BC-821E-1221D89CB81E}"/>
              </a:ext>
            </a:extLst>
          </p:cNvPr>
          <p:cNvSpPr/>
          <p:nvPr/>
        </p:nvSpPr>
        <p:spPr>
          <a:xfrm>
            <a:off x="3342489" y="4851408"/>
            <a:ext cx="237892" cy="208156"/>
          </a:xfrm>
          <a:prstGeom prst="star5">
            <a:avLst/>
          </a:prstGeom>
          <a:solidFill>
            <a:srgbClr val="E971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816B0A-9153-E93B-CCB2-2283E3C7211D}"/>
              </a:ext>
            </a:extLst>
          </p:cNvPr>
          <p:cNvSpPr txBox="1"/>
          <p:nvPr/>
        </p:nvSpPr>
        <p:spPr>
          <a:xfrm>
            <a:off x="6188403" y="1695872"/>
            <a:ext cx="56464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find minimum, i.e., vary x until you get desired y?</a:t>
            </a:r>
          </a:p>
          <a:p>
            <a:r>
              <a:rPr lang="en-US" dirty="0"/>
              <a:t>Human way = trivial</a:t>
            </a:r>
          </a:p>
          <a:p>
            <a:r>
              <a:rPr lang="en-US" dirty="0"/>
              <a:t>Machine way, if we know the function:</a:t>
            </a:r>
          </a:p>
          <a:p>
            <a:pPr marL="342900" indent="-342900">
              <a:buAutoNum type="arabicPeriod"/>
            </a:pPr>
            <a:r>
              <a:rPr lang="en-US" dirty="0"/>
              <a:t>Choose any one starting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Reach another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Reach another point</a:t>
            </a:r>
          </a:p>
          <a:p>
            <a:pPr marL="342900" indent="-342900">
              <a:buAutoNum type="arabicPeriod"/>
            </a:pPr>
            <a:r>
              <a:rPr lang="en-US" dirty="0"/>
              <a:t>Calculate gradient</a:t>
            </a:r>
          </a:p>
          <a:p>
            <a:pPr marL="342900" indent="-342900">
              <a:buAutoNum type="arabicPeriod"/>
            </a:pPr>
            <a:r>
              <a:rPr lang="en-US" dirty="0"/>
              <a:t>Take a small step rightwards to go downwards</a:t>
            </a:r>
          </a:p>
          <a:p>
            <a:r>
              <a:rPr lang="en-US" dirty="0"/>
              <a:t>…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dirty="0"/>
              <a:t>Gradient is 0 = no further improvement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383B64A-7386-B398-8D62-53FE86F62231}"/>
              </a:ext>
            </a:extLst>
          </p:cNvPr>
          <p:cNvSpPr/>
          <p:nvPr/>
        </p:nvSpPr>
        <p:spPr>
          <a:xfrm>
            <a:off x="1935897" y="-1084242"/>
            <a:ext cx="3113629" cy="6039728"/>
          </a:xfrm>
          <a:prstGeom prst="arc">
            <a:avLst>
              <a:gd name="adj1" fmla="val 684362"/>
              <a:gd name="adj2" fmla="val 1013443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23CC4-DE68-33C2-1F65-B470E105607A}"/>
              </a:ext>
            </a:extLst>
          </p:cNvPr>
          <p:cNvSpPr txBox="1"/>
          <p:nvPr/>
        </p:nvSpPr>
        <p:spPr>
          <a:xfrm>
            <a:off x="838200" y="1557471"/>
            <a:ext cx="74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C77EAA-1C4A-28AA-DE38-CCFAA2285464}"/>
              </a:ext>
            </a:extLst>
          </p:cNvPr>
          <p:cNvSpPr txBox="1"/>
          <p:nvPr/>
        </p:nvSpPr>
        <p:spPr>
          <a:xfrm>
            <a:off x="2324079" y="2734279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1,2,3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32FA7-C9AA-5A0E-C9EA-21EE55E0DE6A}"/>
              </a:ext>
            </a:extLst>
          </p:cNvPr>
          <p:cNvSpPr txBox="1"/>
          <p:nvPr/>
        </p:nvSpPr>
        <p:spPr>
          <a:xfrm>
            <a:off x="2499992" y="3601627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4,5,6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041C53-507B-B55E-8184-9ACFE5D6FEFC}"/>
              </a:ext>
            </a:extLst>
          </p:cNvPr>
          <p:cNvSpPr txBox="1"/>
          <p:nvPr/>
        </p:nvSpPr>
        <p:spPr>
          <a:xfrm>
            <a:off x="2873235" y="4137863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7,8,9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BA764-3FFB-15D3-3824-69CF1844899B}"/>
              </a:ext>
            </a:extLst>
          </p:cNvPr>
          <p:cNvSpPr txBox="1"/>
          <p:nvPr/>
        </p:nvSpPr>
        <p:spPr>
          <a:xfrm>
            <a:off x="3577874" y="4994965"/>
            <a:ext cx="113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3FED4-A74B-09A6-046C-C207ABCF4210}"/>
              </a:ext>
            </a:extLst>
          </p:cNvPr>
          <p:cNvSpPr txBox="1"/>
          <p:nvPr/>
        </p:nvSpPr>
        <p:spPr>
          <a:xfrm>
            <a:off x="748990" y="5673652"/>
            <a:ext cx="5036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Caveats that we are not interested in: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minima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Small’er</a:t>
            </a:r>
            <a:r>
              <a:rPr lang="en-US" dirty="0"/>
              <a:t> step = reduce learning rate ‘</a:t>
            </a:r>
            <a:r>
              <a:rPr lang="en-US" dirty="0" err="1"/>
              <a:t>lr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3874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07E8-42A8-465E-D99F-00AC5A72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2422A-012A-6E85-F225-787108B0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20586" cy="4351338"/>
          </a:xfrm>
        </p:spPr>
        <p:txBody>
          <a:bodyPr/>
          <a:lstStyle/>
          <a:p>
            <a:r>
              <a:rPr lang="en-US" dirty="0"/>
              <a:t>The toy example only varies one x to find minimum y.</a:t>
            </a:r>
          </a:p>
          <a:p>
            <a:r>
              <a:rPr lang="en-US" dirty="0"/>
              <a:t>We can have multiple x-axes</a:t>
            </a:r>
          </a:p>
          <a:p>
            <a:pPr lvl="1"/>
            <a:r>
              <a:rPr lang="en-US" dirty="0"/>
              <a:t>Gradient is described in terms of x1, x2, …</a:t>
            </a:r>
          </a:p>
          <a:p>
            <a:pPr lvl="1"/>
            <a:r>
              <a:rPr lang="en-US" dirty="0"/>
              <a:t>Direction to move is therefore described in the same x1, x2, …</a:t>
            </a:r>
          </a:p>
          <a:p>
            <a:r>
              <a:rPr lang="en-US" dirty="0"/>
              <a:t>So obviously, we can vary all 300×300 pixels = we can vary 90,000 x-variables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18735F-DA2E-6975-0291-993EC75135EE}"/>
              </a:ext>
            </a:extLst>
          </p:cNvPr>
          <p:cNvGrpSpPr/>
          <p:nvPr/>
        </p:nvGrpSpPr>
        <p:grpSpPr>
          <a:xfrm>
            <a:off x="6637206" y="1628241"/>
            <a:ext cx="5307548" cy="3180363"/>
            <a:chOff x="2038443" y="2996600"/>
            <a:chExt cx="5307548" cy="31803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0F75ED-4262-B24B-730E-D2C2DD15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0701" y="2996600"/>
              <a:ext cx="4895886" cy="30861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D6168A-2ACB-4C7C-E0B3-863661BA1494}"/>
                </a:ext>
              </a:extLst>
            </p:cNvPr>
            <p:cNvSpPr txBox="1"/>
            <p:nvPr/>
          </p:nvSpPr>
          <p:spPr>
            <a:xfrm>
              <a:off x="2038443" y="3300761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13100E-FBA8-3494-5182-B553D6DC43E2}"/>
                </a:ext>
              </a:extLst>
            </p:cNvPr>
            <p:cNvSpPr txBox="1"/>
            <p:nvPr/>
          </p:nvSpPr>
          <p:spPr>
            <a:xfrm>
              <a:off x="4111706" y="5807631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C5FC7D-777E-83FB-204E-2FA18C90DC24}"/>
                </a:ext>
              </a:extLst>
            </p:cNvPr>
            <p:cNvSpPr txBox="1"/>
            <p:nvPr/>
          </p:nvSpPr>
          <p:spPr>
            <a:xfrm>
              <a:off x="6887183" y="5304263"/>
              <a:ext cx="458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7875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3ABF-AA6E-7E26-865E-A3C4AE65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815C-CF12-9307-DDDD-2025CD5D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have multiple y axes? NO, instead:</a:t>
            </a:r>
          </a:p>
          <a:p>
            <a:r>
              <a:rPr lang="en-US" dirty="0"/>
              <a:t>y = </a:t>
            </a:r>
            <a:r>
              <a:rPr lang="el-GR" dirty="0"/>
              <a:t>Σ</a:t>
            </a:r>
            <a:r>
              <a:rPr lang="en-US" dirty="0"/>
              <a:t>(cure-target)</a:t>
            </a:r>
            <a:r>
              <a:rPr lang="en-US" baseline="30000" dirty="0"/>
              <a:t>2</a:t>
            </a:r>
            <a:r>
              <a:rPr lang="en-US" dirty="0"/>
              <a:t> for all pixels, this is our ‘loss’</a:t>
            </a:r>
          </a:p>
          <a:p>
            <a:r>
              <a:rPr lang="en-US" dirty="0"/>
              <a:t>Think of loss as ‘</a:t>
            </a:r>
            <a:r>
              <a:rPr lang="en-US" dirty="0" err="1"/>
              <a:t>wrong’ness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cure is 1 but target is 0, then wrongness = (1)</a:t>
            </a:r>
            <a:r>
              <a:rPr lang="en-US" baseline="30000" dirty="0"/>
              <a:t>2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If cure is 0 but target is 1, then wrongness = (-1)</a:t>
            </a:r>
            <a:r>
              <a:rPr lang="en-US" baseline="30000" dirty="0"/>
              <a:t>2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If cure is 1 and target is 1, then wrongness = 0</a:t>
            </a:r>
          </a:p>
          <a:p>
            <a:pPr lvl="1"/>
            <a:r>
              <a:rPr lang="en-US" dirty="0"/>
              <a:t>If cure is 0.5 and target is 1, then wrongness = 0.25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Hence sum up all the wrongness for the y</a:t>
            </a:r>
          </a:p>
        </p:txBody>
      </p:sp>
    </p:spTree>
    <p:extLst>
      <p:ext uri="{BB962C8B-B14F-4D97-AF65-F5344CB8AC3E}">
        <p14:creationId xmlns:p14="http://schemas.microsoft.com/office/powerpoint/2010/main" val="1265539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426C-D90B-A911-5610-B3A80FC3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8A18-401F-C859-F61E-80D75EE1F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Technically, in the loss, we have to specify the timestep</a:t>
            </a:r>
          </a:p>
          <a:p>
            <a:r>
              <a:rPr lang="en-US" dirty="0"/>
              <a:t>If we specify an intensity of 25mW/cm</a:t>
            </a:r>
            <a:r>
              <a:rPr lang="en-US" baseline="30000" dirty="0"/>
              <a:t>2</a:t>
            </a:r>
            <a:r>
              <a:rPr lang="en-US" dirty="0"/>
              <a:t> and the target shape at t=1s, then the optimizer probably fails (duh)</a:t>
            </a:r>
          </a:p>
          <a:p>
            <a:pPr lvl="1"/>
            <a:r>
              <a:rPr lang="en-US" dirty="0"/>
              <a:t>So choose a reasonable timestep please</a:t>
            </a:r>
          </a:p>
          <a:p>
            <a:r>
              <a:rPr lang="en-US" dirty="0"/>
              <a:t>Choose multiple timesteps? Why not? Sum up each loss</a:t>
            </a:r>
          </a:p>
          <a:p>
            <a:pPr lvl="1"/>
            <a:r>
              <a:rPr lang="en-US" dirty="0"/>
              <a:t>We can target zero cure at t=13s, partial cure at t=16s, full cure at t=19s</a:t>
            </a:r>
          </a:p>
          <a:p>
            <a:endParaRPr lang="en-US" dirty="0"/>
          </a:p>
          <a:p>
            <a:r>
              <a:rPr lang="en-US" dirty="0"/>
              <a:t>All this is easy to do by converting </a:t>
            </a:r>
            <a:r>
              <a:rPr lang="en-US" dirty="0" err="1"/>
              <a:t>numpy</a:t>
            </a:r>
            <a:r>
              <a:rPr lang="en-US" dirty="0"/>
              <a:t> variables to PyTorch variables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3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CD1D-BE4F-41DC-6993-A8A033A2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as applied to us: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8A53-02FC-DAD3-2E21-DFD401B8F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645" y="1690688"/>
            <a:ext cx="5965531" cy="20070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Taking a closer look: algorithm records the </a:t>
            </a:r>
            <a:r>
              <a:rPr lang="en-US" dirty="0">
                <a:solidFill>
                  <a:schemeClr val="accent6"/>
                </a:solidFill>
              </a:rPr>
              <a:t>DoC</a:t>
            </a:r>
          </a:p>
          <a:p>
            <a:r>
              <a:rPr lang="en-US" dirty="0"/>
              <a:t>It requires a gradient! Zero gradient = doesn’t know where to move = optimizer stalls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EA7107-FAC8-ED17-1B6E-5CE18CD19A18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218" y="1774195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E1642B-650E-B0CF-991C-6EDD0C08CA8C}"/>
              </a:ext>
            </a:extLst>
          </p:cNvPr>
          <p:cNvCxnSpPr>
            <a:cxnSpLocks/>
          </p:cNvCxnSpPr>
          <p:nvPr/>
        </p:nvCxnSpPr>
        <p:spPr bwMode="auto">
          <a:xfrm>
            <a:off x="974218" y="3192524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073CD6-1DE7-9147-AE15-6F5895188314}"/>
              </a:ext>
            </a:extLst>
          </p:cNvPr>
          <p:cNvCxnSpPr>
            <a:cxnSpLocks/>
          </p:cNvCxnSpPr>
          <p:nvPr/>
        </p:nvCxnSpPr>
        <p:spPr bwMode="auto">
          <a:xfrm>
            <a:off x="974217" y="2019858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3010CA-07F1-3CAA-2FF7-023E6B2BCDAD}"/>
              </a:ext>
            </a:extLst>
          </p:cNvPr>
          <p:cNvSpPr txBox="1"/>
          <p:nvPr/>
        </p:nvSpPr>
        <p:spPr>
          <a:xfrm>
            <a:off x="1436507" y="2569175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8D72AB2-2DF6-62A7-6337-986D05595A6A}"/>
              </a:ext>
            </a:extLst>
          </p:cNvPr>
          <p:cNvSpPr/>
          <p:nvPr/>
        </p:nvSpPr>
        <p:spPr>
          <a:xfrm>
            <a:off x="2453580" y="2129375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5305BC-450F-520D-080A-5EB9D9D9A4D1}"/>
              </a:ext>
            </a:extLst>
          </p:cNvPr>
          <p:cNvCxnSpPr>
            <a:cxnSpLocks/>
          </p:cNvCxnSpPr>
          <p:nvPr/>
        </p:nvCxnSpPr>
        <p:spPr bwMode="auto">
          <a:xfrm>
            <a:off x="971843" y="2030600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077ABE-7FEE-A11E-6CD4-21D3B01C8396}"/>
              </a:ext>
            </a:extLst>
          </p:cNvPr>
          <p:cNvCxnSpPr>
            <a:cxnSpLocks/>
          </p:cNvCxnSpPr>
          <p:nvPr/>
        </p:nvCxnSpPr>
        <p:spPr bwMode="auto">
          <a:xfrm>
            <a:off x="973027" y="3172836"/>
            <a:ext cx="1491492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F25AD0-DED5-012A-665D-83645D6E727D}"/>
              </a:ext>
            </a:extLst>
          </p:cNvPr>
          <p:cNvSpPr txBox="1"/>
          <p:nvPr/>
        </p:nvSpPr>
        <p:spPr>
          <a:xfrm>
            <a:off x="3553019" y="2184220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EB1DA5-76AD-DBB0-6687-AF0FFC90F693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280" y="3163890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8B73E5-EA1D-9F04-EE2C-34E51395FFF6}"/>
              </a:ext>
            </a:extLst>
          </p:cNvPr>
          <p:cNvSpPr txBox="1"/>
          <p:nvPr/>
        </p:nvSpPr>
        <p:spPr>
          <a:xfrm>
            <a:off x="3553019" y="3218735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41B232-2FEE-7A76-AD47-27EA42732509}"/>
              </a:ext>
            </a:extLst>
          </p:cNvPr>
          <p:cNvCxnSpPr>
            <a:cxnSpLocks/>
          </p:cNvCxnSpPr>
          <p:nvPr/>
        </p:nvCxnSpPr>
        <p:spPr bwMode="auto">
          <a:xfrm flipV="1">
            <a:off x="996301" y="4558283"/>
            <a:ext cx="0" cy="1418329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1EC1CA-FF3E-8F2E-C94D-E50CAFAB1A82}"/>
              </a:ext>
            </a:extLst>
          </p:cNvPr>
          <p:cNvCxnSpPr>
            <a:cxnSpLocks/>
          </p:cNvCxnSpPr>
          <p:nvPr/>
        </p:nvCxnSpPr>
        <p:spPr bwMode="auto">
          <a:xfrm>
            <a:off x="996301" y="5976612"/>
            <a:ext cx="3388139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764171-5A79-E88A-8517-3A67E4660EF3}"/>
              </a:ext>
            </a:extLst>
          </p:cNvPr>
          <p:cNvCxnSpPr>
            <a:cxnSpLocks/>
          </p:cNvCxnSpPr>
          <p:nvPr/>
        </p:nvCxnSpPr>
        <p:spPr bwMode="auto">
          <a:xfrm>
            <a:off x="996300" y="4803946"/>
            <a:ext cx="1473745" cy="115297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93DC70-7852-45A4-225F-4143E0387BD5}"/>
              </a:ext>
            </a:extLst>
          </p:cNvPr>
          <p:cNvSpPr txBox="1"/>
          <p:nvPr/>
        </p:nvSpPr>
        <p:spPr>
          <a:xfrm>
            <a:off x="1458590" y="5353263"/>
            <a:ext cx="549166" cy="38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43C5690-E7E7-3135-6847-81DAD0759A86}"/>
              </a:ext>
            </a:extLst>
          </p:cNvPr>
          <p:cNvSpPr/>
          <p:nvPr/>
        </p:nvSpPr>
        <p:spPr>
          <a:xfrm>
            <a:off x="2494121" y="4751824"/>
            <a:ext cx="1454119" cy="1048215"/>
          </a:xfrm>
          <a:custGeom>
            <a:avLst/>
            <a:gdLst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6414 w 1454119"/>
              <a:gd name="connsiteY5" fmla="*/ 205183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  <a:gd name="connsiteX0" fmla="*/ 0 w 1454119"/>
              <a:gd name="connsiteY0" fmla="*/ 1048215 h 1048215"/>
              <a:gd name="connsiteX1" fmla="*/ 75829 w 1454119"/>
              <a:gd name="connsiteY1" fmla="*/ 829651 h 1048215"/>
              <a:gd name="connsiteX2" fmla="*/ 227485 w 1454119"/>
              <a:gd name="connsiteY2" fmla="*/ 606627 h 1048215"/>
              <a:gd name="connsiteX3" fmla="*/ 419286 w 1454119"/>
              <a:gd name="connsiteY3" fmla="*/ 446049 h 1048215"/>
              <a:gd name="connsiteX4" fmla="*/ 637850 w 1454119"/>
              <a:gd name="connsiteY4" fmla="*/ 298853 h 1048215"/>
              <a:gd name="connsiteX5" fmla="*/ 851953 w 1454119"/>
              <a:gd name="connsiteY5" fmla="*/ 187341 h 1048215"/>
              <a:gd name="connsiteX6" fmla="*/ 1097280 w 1454119"/>
              <a:gd name="connsiteY6" fmla="*/ 93671 h 1048215"/>
              <a:gd name="connsiteX7" fmla="*/ 1454119 w 1454119"/>
              <a:gd name="connsiteY7" fmla="*/ 0 h 104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19" h="1048215">
                <a:moveTo>
                  <a:pt x="0" y="1048215"/>
                </a:moveTo>
                <a:cubicBezTo>
                  <a:pt x="18957" y="975732"/>
                  <a:pt x="37915" y="903249"/>
                  <a:pt x="75829" y="829651"/>
                </a:cubicBezTo>
                <a:cubicBezTo>
                  <a:pt x="113743" y="756053"/>
                  <a:pt x="170242" y="670561"/>
                  <a:pt x="227485" y="606627"/>
                </a:cubicBezTo>
                <a:cubicBezTo>
                  <a:pt x="284728" y="542693"/>
                  <a:pt x="350892" y="497345"/>
                  <a:pt x="419286" y="446049"/>
                </a:cubicBezTo>
                <a:cubicBezTo>
                  <a:pt x="487680" y="394753"/>
                  <a:pt x="565739" y="341971"/>
                  <a:pt x="637850" y="298853"/>
                </a:cubicBezTo>
                <a:cubicBezTo>
                  <a:pt x="709961" y="255735"/>
                  <a:pt x="775381" y="221538"/>
                  <a:pt x="851953" y="187341"/>
                </a:cubicBezTo>
                <a:cubicBezTo>
                  <a:pt x="928525" y="153144"/>
                  <a:pt x="997663" y="127868"/>
                  <a:pt x="1097280" y="93671"/>
                </a:cubicBezTo>
                <a:cubicBezTo>
                  <a:pt x="1196898" y="59474"/>
                  <a:pt x="1454119" y="0"/>
                  <a:pt x="1454119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18D2CB-922B-7348-7EFE-F4D52AADC330}"/>
              </a:ext>
            </a:extLst>
          </p:cNvPr>
          <p:cNvCxnSpPr>
            <a:cxnSpLocks/>
          </p:cNvCxnSpPr>
          <p:nvPr/>
        </p:nvCxnSpPr>
        <p:spPr bwMode="auto">
          <a:xfrm>
            <a:off x="993926" y="4814688"/>
            <a:ext cx="1473745" cy="1152978"/>
          </a:xfrm>
          <a:prstGeom prst="line">
            <a:avLst/>
          </a:prstGeom>
          <a:ln w="19050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10E8BF-64F9-7F8F-041E-07E263675048}"/>
              </a:ext>
            </a:extLst>
          </p:cNvPr>
          <p:cNvCxnSpPr>
            <a:cxnSpLocks/>
          </p:cNvCxnSpPr>
          <p:nvPr/>
        </p:nvCxnSpPr>
        <p:spPr bwMode="auto">
          <a:xfrm flipV="1">
            <a:off x="995110" y="5800039"/>
            <a:ext cx="1499011" cy="156885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5FF963-7C4D-C2C7-55C9-CD18883273A5}"/>
              </a:ext>
            </a:extLst>
          </p:cNvPr>
          <p:cNvSpPr txBox="1"/>
          <p:nvPr/>
        </p:nvSpPr>
        <p:spPr>
          <a:xfrm>
            <a:off x="3550371" y="4861341"/>
            <a:ext cx="79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DoC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7A86B4-C879-5AB9-5853-9ECAC61279C7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8363" y="5947978"/>
            <a:ext cx="1490311" cy="1449"/>
          </a:xfrm>
          <a:prstGeom prst="line">
            <a:avLst/>
          </a:prstGeom>
          <a:ln w="28575">
            <a:solidFill>
              <a:srgbClr val="FF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1825EC-206B-0F9C-FDD3-93812167E2E5}"/>
              </a:ext>
            </a:extLst>
          </p:cNvPr>
          <p:cNvSpPr txBox="1"/>
          <p:nvPr/>
        </p:nvSpPr>
        <p:spPr>
          <a:xfrm>
            <a:off x="3575102" y="6002823"/>
            <a:ext cx="108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CAE5A1C-9EBB-6AC2-B4AF-6BE2E4002F79}"/>
              </a:ext>
            </a:extLst>
          </p:cNvPr>
          <p:cNvSpPr/>
          <p:nvPr/>
        </p:nvSpPr>
        <p:spPr>
          <a:xfrm>
            <a:off x="2065206" y="3697743"/>
            <a:ext cx="1311383" cy="6004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B4168C1-D8E0-4EE1-52E4-DF22F47246FE}"/>
              </a:ext>
            </a:extLst>
          </p:cNvPr>
          <p:cNvSpPr txBox="1">
            <a:spLocks/>
          </p:cNvSpPr>
          <p:nvPr/>
        </p:nvSpPr>
        <p:spPr>
          <a:xfrm>
            <a:off x="4846728" y="4387649"/>
            <a:ext cx="5965531" cy="200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simply add a tiny upslope so the optimizer knows where to move</a:t>
            </a:r>
          </a:p>
        </p:txBody>
      </p:sp>
    </p:spTree>
    <p:extLst>
      <p:ext uri="{BB962C8B-B14F-4D97-AF65-F5344CB8AC3E}">
        <p14:creationId xmlns:p14="http://schemas.microsoft.com/office/powerpoint/2010/main" val="2844745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26E9-0F4E-E00D-5746-D00F6524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2CA0-2EEA-98B9-41E3-9A02AE93D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always an answer? Assume one time-step: you have 300×300 inputs and 300×300 outputs, surely you always solve it?</a:t>
            </a:r>
          </a:p>
          <a:p>
            <a:r>
              <a:rPr lang="en-US" dirty="0"/>
              <a:t>Deconvolutions run into high-frequency noise issues</a:t>
            </a:r>
          </a:p>
          <a:p>
            <a:r>
              <a:rPr lang="en-US" dirty="0"/>
              <a:t>Even so, negative intensities will result</a:t>
            </a:r>
          </a:p>
          <a:p>
            <a:r>
              <a:rPr lang="en-US" dirty="0"/>
              <a:t>So no</a:t>
            </a:r>
          </a:p>
          <a:p>
            <a:endParaRPr lang="en-US" dirty="0"/>
          </a:p>
          <a:p>
            <a:r>
              <a:rPr lang="en-US" dirty="0"/>
              <a:t>To get better results, use smaller light-scattering blur values</a:t>
            </a:r>
          </a:p>
        </p:txBody>
      </p:sp>
    </p:spTree>
    <p:extLst>
      <p:ext uri="{BB962C8B-B14F-4D97-AF65-F5344CB8AC3E}">
        <p14:creationId xmlns:p14="http://schemas.microsoft.com/office/powerpoint/2010/main" val="3667577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2403-807C-084D-876C-BF205759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Rackson2021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1A895-28F3-640B-7B77-ACD049F8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idea from UCB’s Hayden Taylor: process (anti-)window</a:t>
            </a:r>
          </a:p>
          <a:p>
            <a:pPr lvl="1"/>
            <a:r>
              <a:rPr lang="en-US" dirty="0"/>
              <a:t>It works for CAL (not VPP exactly); no idea how to implement to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024AA-AC65-120B-2E1D-B878B257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12" y="3208034"/>
            <a:ext cx="2257502" cy="2065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35EE1-4D0F-16A3-5744-520BF651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979" y="2869202"/>
            <a:ext cx="8769801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10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9B02-EA03-EB0E-3E37-BAF15FCF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44FD9-EAEB-3DE6-CB87-419FF4DA2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7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99D1-0937-47B3-2AEE-7320F891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04D5-79B5-187D-0DE2-4385F731D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11447" cy="4584097"/>
          </a:xfrm>
        </p:spPr>
        <p:txBody>
          <a:bodyPr/>
          <a:lstStyle/>
          <a:p>
            <a:r>
              <a:rPr lang="en-US" dirty="0"/>
              <a:t>Modeling TEMPO (another inhibitor) and PI diffusion?</a:t>
            </a:r>
          </a:p>
          <a:p>
            <a:pPr lvl="1"/>
            <a:r>
              <a:rPr lang="en-US" dirty="0"/>
              <a:t>Relatively (?) simple to add into the simulation</a:t>
            </a:r>
          </a:p>
          <a:p>
            <a:r>
              <a:rPr lang="en-US" dirty="0"/>
              <a:t>3D</a:t>
            </a:r>
          </a:p>
          <a:p>
            <a:pPr lvl="1"/>
            <a:r>
              <a:rPr lang="en-US" dirty="0"/>
              <a:t>The setup: take a picture of the top layer – do the bottom layers affect it?</a:t>
            </a:r>
          </a:p>
          <a:p>
            <a:pPr lvl="1"/>
            <a:r>
              <a:rPr lang="en-US" dirty="0"/>
              <a:t>nth layer’s light will affect n-1th layer – Beer-Lambert</a:t>
            </a:r>
          </a:p>
          <a:p>
            <a:r>
              <a:rPr lang="en-US" dirty="0"/>
              <a:t>Open-loop video</a:t>
            </a:r>
          </a:p>
          <a:p>
            <a:pPr lvl="1"/>
            <a:r>
              <a:rPr lang="en-US" dirty="0"/>
              <a:t>Both simulation and optimization will need tweaking</a:t>
            </a:r>
          </a:p>
          <a:p>
            <a:r>
              <a:rPr lang="en-US" dirty="0"/>
              <a:t>Closed-loop video</a:t>
            </a:r>
          </a:p>
          <a:p>
            <a:pPr lvl="1"/>
            <a:r>
              <a:rPr lang="en-US" dirty="0"/>
              <a:t>A. is it even possible? How many frames we talking about? Computer fast?</a:t>
            </a:r>
          </a:p>
          <a:p>
            <a:pPr lvl="1"/>
            <a:r>
              <a:rPr lang="en-US" dirty="0"/>
              <a:t>B.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75707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2623</Words>
  <Application>Microsoft Office PowerPoint</Application>
  <PresentationFormat>Widescreen</PresentationFormat>
  <Paragraphs>286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Office Theme</vt:lpstr>
      <vt:lpstr>Information on AIE’s data analysis / simulation / optimization side</vt:lpstr>
      <vt:lpstr>Agenda</vt:lpstr>
      <vt:lpstr>Broadly, how does VPP work</vt:lpstr>
      <vt:lpstr>Jacobs (1992), at UT’s 1st SFF Symposium</vt:lpstr>
      <vt:lpstr>Q1: Reciprocal? or non-linear?</vt:lpstr>
      <vt:lpstr>Where does non-linearity come from?</vt:lpstr>
      <vt:lpstr>Where does non-linearity come from?</vt:lpstr>
      <vt:lpstr>Let’s be clear on how they measured time</vt:lpstr>
      <vt:lpstr>Implications</vt:lpstr>
      <vt:lpstr>Q2: We want to use ‘degree of cure’</vt:lpstr>
      <vt:lpstr>How they measured DoC: FTIR</vt:lpstr>
      <vt:lpstr>How they measured DoC: FTIR</vt:lpstr>
      <vt:lpstr>How they measured DoC</vt:lpstr>
      <vt:lpstr>Conclusion on DoC</vt:lpstr>
      <vt:lpstr>Q3: unit area or unit volume?</vt:lpstr>
      <vt:lpstr>Q4: what happens before critical dose?</vt:lpstr>
      <vt:lpstr>Q4: how we will model this</vt:lpstr>
      <vt:lpstr>Q5: Diffusion</vt:lpstr>
      <vt:lpstr>Diffusion</vt:lpstr>
      <vt:lpstr>Diffusion</vt:lpstr>
      <vt:lpstr>“Diffusion”</vt:lpstr>
      <vt:lpstr>Setting up a simulation for VPP (2D at first), and comparing to experimental results</vt:lpstr>
      <vt:lpstr>Model setup</vt:lpstr>
      <vt:lpstr>All required constants (for bulk curing)</vt:lpstr>
      <vt:lpstr>Bulk curing video example</vt:lpstr>
      <vt:lpstr>All required constants (for diffusive effects)</vt:lpstr>
      <vt:lpstr>Note for her videos</vt:lpstr>
      <vt:lpstr>What are we really checking? ‘Blur’?</vt:lpstr>
      <vt:lpstr>Setting up the optimization</vt:lpstr>
      <vt:lpstr>Machine learning to find minimum</vt:lpstr>
      <vt:lpstr>Machine learning as applied to us: x</vt:lpstr>
      <vt:lpstr>Machine learning as applied to us: y</vt:lpstr>
      <vt:lpstr>Machine learning as applied to us: y</vt:lpstr>
      <vt:lpstr>Machine learning as applied to us: y</vt:lpstr>
      <vt:lpstr>Side question</vt:lpstr>
      <vt:lpstr>Side note: Rackson2021</vt:lpstr>
      <vt:lpstr>Future work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Yap</dc:creator>
  <cp:lastModifiedBy>Qingzhe Wang</cp:lastModifiedBy>
  <cp:revision>2</cp:revision>
  <dcterms:created xsi:type="dcterms:W3CDTF">2025-03-21T15:30:41Z</dcterms:created>
  <dcterms:modified xsi:type="dcterms:W3CDTF">2026-04-26T01:02:30Z</dcterms:modified>
</cp:coreProperties>
</file>